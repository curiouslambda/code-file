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4" r:id="rId4"/>
    <p:sldId id="265" r:id="rId5"/>
    <p:sldId id="270" r:id="rId6"/>
    <p:sldId id="268" r:id="rId7"/>
    <p:sldId id="267" r:id="rId8"/>
    <p:sldId id="269" r:id="rId9"/>
    <p:sldId id="272" r:id="rId10"/>
    <p:sldId id="271" r:id="rId11"/>
    <p:sldId id="273" r:id="rId12"/>
    <p:sldId id="274" r:id="rId13"/>
    <p:sldId id="275" r:id="rId14"/>
    <p:sldId id="276" r:id="rId15"/>
    <p:sldId id="277" r:id="rId16"/>
    <p:sldId id="279" r:id="rId17"/>
    <p:sldId id="278" r:id="rId18"/>
    <p:sldId id="280" r:id="rId19"/>
    <p:sldId id="281" r:id="rId20"/>
    <p:sldId id="282" r:id="rId21"/>
    <p:sldId id="283" r:id="rId22"/>
    <p:sldId id="284" r:id="rId23"/>
    <p:sldId id="286" r:id="rId24"/>
    <p:sldId id="285" r:id="rId25"/>
    <p:sldId id="287" r:id="rId26"/>
    <p:sldId id="288" r:id="rId27"/>
    <p:sldId id="289" r:id="rId28"/>
    <p:sldId id="290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DB1D7"/>
    <a:srgbClr val="CC66FF"/>
    <a:srgbClr val="FEDEEE"/>
    <a:srgbClr val="FA8ABD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48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6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9B2E6-42C4-495C-ABAA-1CA7AC148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FF540B-4AE6-4AD2-A16A-CB098E6AE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8062CF-F9F8-4B8F-8D00-199FC434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2FAF47-4F6D-42AC-B096-29B4BB7D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AFBF7F-C2D2-42A8-8586-16D283A7E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09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181A-700A-442D-A5A1-BA2188E4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95D93D-B8B9-44A5-9433-CFE6F4E5C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5D1562-6EC5-4C90-9C98-E9B63086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6D285A-D482-46AB-9222-786C6BFB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ABBDA-54E8-4CB7-897A-82B010CA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64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1BBC4-31B5-4AA8-A0B3-CEF43AC2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2974CC-E17E-48E1-B0F5-52F9C5C2B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81A5EA-78C5-463F-B9C7-8C1E8C1A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8C3D79-C5F2-4132-B3C4-B5A18CCDB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C9449F-D8FB-4FAD-B098-D4A6C1E5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3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F6E37-1FDB-464B-B43B-83CE75E9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FCC16F-5BFE-452E-BB3E-D0D891C59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475C30-F15F-44E1-B803-15F719CDF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BB1583-F81F-4B4F-8882-C19A8DE4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E8E378-CFE1-4844-ABF7-9C2D2014F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F9C9BD-D58F-4E0B-8888-6F419D7B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42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E96AE-7BD9-4234-8A9F-7D200678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6EE0ED-B777-401A-890C-7578082F6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04639D-F141-41CC-AECE-68A346091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47FFA7-9152-4F6E-B008-7588FE7A2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808D5A6-DA13-4ADC-A7AC-65E17B6AC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DFB202-4B39-4015-9D09-E3590577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560CCC-6D8F-4127-8DCC-11DFE68D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928467-DB73-468E-8350-14FBDAA29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50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90A06-9024-4975-9258-E3380A92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AAFCCC-9190-46EB-A266-3EDBA919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233654-65DA-44CE-95AC-372D1192E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27F3D9-E96C-4667-B876-963640FA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98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4624E6-E55A-43EB-8FCF-D77A081F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514857-6757-4323-B330-E5B335F8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FA02D-8416-4413-A929-A912881F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008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0D5BF-0492-4DC0-BFDA-BC96A53EF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BE18B0-44CD-4E3C-BA40-678675BCC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A5DA09-B283-41FF-A2D0-672750768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DF571A-FAD2-4359-8EFD-592FD940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EF8381-80D7-43B1-86E2-51BF8C650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3B3825-B2DB-4D12-B2DC-933C2BA6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9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9497A-CA8A-4C2C-9FB3-A7A210BF7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6CF00A-FBAD-4221-836F-B6852559D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AED310-5866-4568-B1F8-ADD930498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9A6448-0F69-4287-A73B-F1659B53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A374FE-8717-4DEB-8E0B-315F2817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EC96D9-B858-403C-939C-094755E4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70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0EF50-F3B1-43B9-97C6-5B34602E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87D8F6-ADF0-4D85-8EF5-AD3942BD5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02CD9A-F78B-477D-8A70-EB88AD43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118142-79B1-434B-9D64-0EB1992E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C67770-4E0A-47F3-8DE4-BD59F072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937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DAC43C-A105-4CAE-A4DB-5B7F83F88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FB7A1B-D35B-4602-A2E1-BE70529DA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72E66-00DD-4890-A486-B89353E6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80367C-38F3-444C-BE24-85589B24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444D7B-D4DF-4FB7-AA78-D220DF41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174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2A29FD-2EAD-4DA3-AE63-7CB023A4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B9EF18-9419-4ADC-BC10-77B34EFBE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02223A-1EA7-4C68-9191-4B66C6ECE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3AACE-4216-447F-94ED-33E6F0CD82B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2024-09-04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617DD0-A5C2-48F8-B2FA-820F0F513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EFAA7-AA2F-40E4-B74B-571E35D2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F37F8-7E83-48D4-9180-BF0FF53FCE5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3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8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3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3914182" y="1616885"/>
            <a:ext cx="4232669" cy="3443684"/>
            <a:chOff x="220267" y="290912"/>
            <a:chExt cx="11691143" cy="6309913"/>
          </a:xfrm>
        </p:grpSpPr>
        <p:sp>
          <p:nvSpPr>
            <p:cNvPr id="12" name="자유형 11"/>
            <p:cNvSpPr/>
            <p:nvPr/>
          </p:nvSpPr>
          <p:spPr>
            <a:xfrm>
              <a:off x="220267" y="290912"/>
              <a:ext cx="11691143" cy="6300388"/>
            </a:xfrm>
            <a:custGeom>
              <a:avLst/>
              <a:gdLst>
                <a:gd name="connsiteX0" fmla="*/ 133349 w 11691143"/>
                <a:gd name="connsiteY0" fmla="*/ 0 h 6296025"/>
                <a:gd name="connsiteX1" fmla="*/ 8357825 w 11691143"/>
                <a:gd name="connsiteY1" fmla="*/ 0 h 6296025"/>
                <a:gd name="connsiteX2" fmla="*/ 8462697 w 11691143"/>
                <a:gd name="connsiteY2" fmla="*/ 176892 h 6296025"/>
                <a:gd name="connsiteX3" fmla="*/ 9859774 w 11691143"/>
                <a:gd name="connsiteY3" fmla="*/ 176892 h 6296025"/>
                <a:gd name="connsiteX4" fmla="*/ 9964646 w 11691143"/>
                <a:gd name="connsiteY4" fmla="*/ 0 h 6296025"/>
                <a:gd name="connsiteX5" fmla="*/ 11187899 w 11691143"/>
                <a:gd name="connsiteY5" fmla="*/ 0 h 6296025"/>
                <a:gd name="connsiteX6" fmla="*/ 11691143 w 11691143"/>
                <a:gd name="connsiteY6" fmla="*/ 503244 h 6296025"/>
                <a:gd name="connsiteX7" fmla="*/ 11691143 w 11691143"/>
                <a:gd name="connsiteY7" fmla="*/ 1549468 h 6296025"/>
                <a:gd name="connsiteX8" fmla="*/ 11573034 w 11691143"/>
                <a:gd name="connsiteY8" fmla="*/ 1678544 h 6296025"/>
                <a:gd name="connsiteX9" fmla="*/ 11573034 w 11691143"/>
                <a:gd name="connsiteY9" fmla="*/ 6156958 h 6296025"/>
                <a:gd name="connsiteX10" fmla="*/ 11578265 w 11691143"/>
                <a:gd name="connsiteY10" fmla="*/ 6162675 h 6296025"/>
                <a:gd name="connsiteX11" fmla="*/ 8968499 w 11691143"/>
                <a:gd name="connsiteY11" fmla="*/ 6162675 h 6296025"/>
                <a:gd name="connsiteX12" fmla="*/ 8889441 w 11691143"/>
                <a:gd name="connsiteY12" fmla="*/ 6296025 h 6296025"/>
                <a:gd name="connsiteX13" fmla="*/ 2298344 w 11691143"/>
                <a:gd name="connsiteY13" fmla="*/ 6296025 h 6296025"/>
                <a:gd name="connsiteX14" fmla="*/ 2219286 w 11691143"/>
                <a:gd name="connsiteY14" fmla="*/ 6162675 h 6296025"/>
                <a:gd name="connsiteX15" fmla="*/ 551257 w 11691143"/>
                <a:gd name="connsiteY15" fmla="*/ 6162675 h 6296025"/>
                <a:gd name="connsiteX16" fmla="*/ 133349 w 11691143"/>
                <a:gd name="connsiteY16" fmla="*/ 5744767 h 6296025"/>
                <a:gd name="connsiteX17" fmla="*/ 133349 w 11691143"/>
                <a:gd name="connsiteY17" fmla="*/ 2701649 h 6296025"/>
                <a:gd name="connsiteX18" fmla="*/ 0 w 11691143"/>
                <a:gd name="connsiteY18" fmla="*/ 2622592 h 6296025"/>
                <a:gd name="connsiteX19" fmla="*/ 0 w 11691143"/>
                <a:gd name="connsiteY19" fmla="*/ 1225515 h 6296025"/>
                <a:gd name="connsiteX20" fmla="*/ 133349 w 11691143"/>
                <a:gd name="connsiteY20" fmla="*/ 1146457 h 6296025"/>
                <a:gd name="connsiteX0" fmla="*/ 133349 w 11691143"/>
                <a:gd name="connsiteY0" fmla="*/ 0 h 6296025"/>
                <a:gd name="connsiteX1" fmla="*/ 8357825 w 11691143"/>
                <a:gd name="connsiteY1" fmla="*/ 0 h 6296025"/>
                <a:gd name="connsiteX2" fmla="*/ 8462697 w 11691143"/>
                <a:gd name="connsiteY2" fmla="*/ 176892 h 6296025"/>
                <a:gd name="connsiteX3" fmla="*/ 9859774 w 11691143"/>
                <a:gd name="connsiteY3" fmla="*/ 176892 h 6296025"/>
                <a:gd name="connsiteX4" fmla="*/ 9964646 w 11691143"/>
                <a:gd name="connsiteY4" fmla="*/ 0 h 6296025"/>
                <a:gd name="connsiteX5" fmla="*/ 10661714 w 11691143"/>
                <a:gd name="connsiteY5" fmla="*/ 0 h 6296025"/>
                <a:gd name="connsiteX6" fmla="*/ 11691143 w 11691143"/>
                <a:gd name="connsiteY6" fmla="*/ 503244 h 6296025"/>
                <a:gd name="connsiteX7" fmla="*/ 11691143 w 11691143"/>
                <a:gd name="connsiteY7" fmla="*/ 1549468 h 6296025"/>
                <a:gd name="connsiteX8" fmla="*/ 11573034 w 11691143"/>
                <a:gd name="connsiteY8" fmla="*/ 1678544 h 6296025"/>
                <a:gd name="connsiteX9" fmla="*/ 11573034 w 11691143"/>
                <a:gd name="connsiteY9" fmla="*/ 6156958 h 6296025"/>
                <a:gd name="connsiteX10" fmla="*/ 11578265 w 11691143"/>
                <a:gd name="connsiteY10" fmla="*/ 6162675 h 6296025"/>
                <a:gd name="connsiteX11" fmla="*/ 8968499 w 11691143"/>
                <a:gd name="connsiteY11" fmla="*/ 6162675 h 6296025"/>
                <a:gd name="connsiteX12" fmla="*/ 8889441 w 11691143"/>
                <a:gd name="connsiteY12" fmla="*/ 6296025 h 6296025"/>
                <a:gd name="connsiteX13" fmla="*/ 2298344 w 11691143"/>
                <a:gd name="connsiteY13" fmla="*/ 6296025 h 6296025"/>
                <a:gd name="connsiteX14" fmla="*/ 2219286 w 11691143"/>
                <a:gd name="connsiteY14" fmla="*/ 6162675 h 6296025"/>
                <a:gd name="connsiteX15" fmla="*/ 551257 w 11691143"/>
                <a:gd name="connsiteY15" fmla="*/ 6162675 h 6296025"/>
                <a:gd name="connsiteX16" fmla="*/ 133349 w 11691143"/>
                <a:gd name="connsiteY16" fmla="*/ 5744767 h 6296025"/>
                <a:gd name="connsiteX17" fmla="*/ 133349 w 11691143"/>
                <a:gd name="connsiteY17" fmla="*/ 2701649 h 6296025"/>
                <a:gd name="connsiteX18" fmla="*/ 0 w 11691143"/>
                <a:gd name="connsiteY18" fmla="*/ 2622592 h 6296025"/>
                <a:gd name="connsiteX19" fmla="*/ 0 w 11691143"/>
                <a:gd name="connsiteY19" fmla="*/ 1225515 h 6296025"/>
                <a:gd name="connsiteX20" fmla="*/ 133349 w 11691143"/>
                <a:gd name="connsiteY20" fmla="*/ 1146457 h 6296025"/>
                <a:gd name="connsiteX21" fmla="*/ 133349 w 11691143"/>
                <a:gd name="connsiteY21" fmla="*/ 0 h 6296025"/>
                <a:gd name="connsiteX0" fmla="*/ 133349 w 11691143"/>
                <a:gd name="connsiteY0" fmla="*/ 0 h 6296025"/>
                <a:gd name="connsiteX1" fmla="*/ 8357825 w 11691143"/>
                <a:gd name="connsiteY1" fmla="*/ 0 h 6296025"/>
                <a:gd name="connsiteX2" fmla="*/ 8462697 w 11691143"/>
                <a:gd name="connsiteY2" fmla="*/ 176892 h 6296025"/>
                <a:gd name="connsiteX3" fmla="*/ 9859774 w 11691143"/>
                <a:gd name="connsiteY3" fmla="*/ 176892 h 6296025"/>
                <a:gd name="connsiteX4" fmla="*/ 9964646 w 11691143"/>
                <a:gd name="connsiteY4" fmla="*/ 0 h 6296025"/>
                <a:gd name="connsiteX5" fmla="*/ 10661714 w 11691143"/>
                <a:gd name="connsiteY5" fmla="*/ 0 h 6296025"/>
                <a:gd name="connsiteX6" fmla="*/ 11691143 w 11691143"/>
                <a:gd name="connsiteY6" fmla="*/ 735947 h 6296025"/>
                <a:gd name="connsiteX7" fmla="*/ 11691143 w 11691143"/>
                <a:gd name="connsiteY7" fmla="*/ 1549468 h 6296025"/>
                <a:gd name="connsiteX8" fmla="*/ 11573034 w 11691143"/>
                <a:gd name="connsiteY8" fmla="*/ 1678544 h 6296025"/>
                <a:gd name="connsiteX9" fmla="*/ 11573034 w 11691143"/>
                <a:gd name="connsiteY9" fmla="*/ 6156958 h 6296025"/>
                <a:gd name="connsiteX10" fmla="*/ 11578265 w 11691143"/>
                <a:gd name="connsiteY10" fmla="*/ 6162675 h 6296025"/>
                <a:gd name="connsiteX11" fmla="*/ 8968499 w 11691143"/>
                <a:gd name="connsiteY11" fmla="*/ 6162675 h 6296025"/>
                <a:gd name="connsiteX12" fmla="*/ 8889441 w 11691143"/>
                <a:gd name="connsiteY12" fmla="*/ 6296025 h 6296025"/>
                <a:gd name="connsiteX13" fmla="*/ 2298344 w 11691143"/>
                <a:gd name="connsiteY13" fmla="*/ 6296025 h 6296025"/>
                <a:gd name="connsiteX14" fmla="*/ 2219286 w 11691143"/>
                <a:gd name="connsiteY14" fmla="*/ 6162675 h 6296025"/>
                <a:gd name="connsiteX15" fmla="*/ 551257 w 11691143"/>
                <a:gd name="connsiteY15" fmla="*/ 6162675 h 6296025"/>
                <a:gd name="connsiteX16" fmla="*/ 133349 w 11691143"/>
                <a:gd name="connsiteY16" fmla="*/ 5744767 h 6296025"/>
                <a:gd name="connsiteX17" fmla="*/ 133349 w 11691143"/>
                <a:gd name="connsiteY17" fmla="*/ 2701649 h 6296025"/>
                <a:gd name="connsiteX18" fmla="*/ 0 w 11691143"/>
                <a:gd name="connsiteY18" fmla="*/ 2622592 h 6296025"/>
                <a:gd name="connsiteX19" fmla="*/ 0 w 11691143"/>
                <a:gd name="connsiteY19" fmla="*/ 1225515 h 6296025"/>
                <a:gd name="connsiteX20" fmla="*/ 133349 w 11691143"/>
                <a:gd name="connsiteY20" fmla="*/ 1146457 h 6296025"/>
                <a:gd name="connsiteX21" fmla="*/ 133349 w 11691143"/>
                <a:gd name="connsiteY21" fmla="*/ 0 h 6296025"/>
                <a:gd name="connsiteX0" fmla="*/ 133349 w 11691143"/>
                <a:gd name="connsiteY0" fmla="*/ 0 h 6296025"/>
                <a:gd name="connsiteX1" fmla="*/ 8357825 w 11691143"/>
                <a:gd name="connsiteY1" fmla="*/ 0 h 6296025"/>
                <a:gd name="connsiteX2" fmla="*/ 8462697 w 11691143"/>
                <a:gd name="connsiteY2" fmla="*/ 176892 h 6296025"/>
                <a:gd name="connsiteX3" fmla="*/ 9859774 w 11691143"/>
                <a:gd name="connsiteY3" fmla="*/ 176892 h 6296025"/>
                <a:gd name="connsiteX4" fmla="*/ 9964646 w 11691143"/>
                <a:gd name="connsiteY4" fmla="*/ 0 h 6296025"/>
                <a:gd name="connsiteX5" fmla="*/ 9971096 w 11691143"/>
                <a:gd name="connsiteY5" fmla="*/ 0 h 6296025"/>
                <a:gd name="connsiteX6" fmla="*/ 11691143 w 11691143"/>
                <a:gd name="connsiteY6" fmla="*/ 735947 h 6296025"/>
                <a:gd name="connsiteX7" fmla="*/ 11691143 w 11691143"/>
                <a:gd name="connsiteY7" fmla="*/ 1549468 h 6296025"/>
                <a:gd name="connsiteX8" fmla="*/ 11573034 w 11691143"/>
                <a:gd name="connsiteY8" fmla="*/ 1678544 h 6296025"/>
                <a:gd name="connsiteX9" fmla="*/ 11573034 w 11691143"/>
                <a:gd name="connsiteY9" fmla="*/ 6156958 h 6296025"/>
                <a:gd name="connsiteX10" fmla="*/ 11578265 w 11691143"/>
                <a:gd name="connsiteY10" fmla="*/ 6162675 h 6296025"/>
                <a:gd name="connsiteX11" fmla="*/ 8968499 w 11691143"/>
                <a:gd name="connsiteY11" fmla="*/ 6162675 h 6296025"/>
                <a:gd name="connsiteX12" fmla="*/ 8889441 w 11691143"/>
                <a:gd name="connsiteY12" fmla="*/ 6296025 h 6296025"/>
                <a:gd name="connsiteX13" fmla="*/ 2298344 w 11691143"/>
                <a:gd name="connsiteY13" fmla="*/ 6296025 h 6296025"/>
                <a:gd name="connsiteX14" fmla="*/ 2219286 w 11691143"/>
                <a:gd name="connsiteY14" fmla="*/ 6162675 h 6296025"/>
                <a:gd name="connsiteX15" fmla="*/ 551257 w 11691143"/>
                <a:gd name="connsiteY15" fmla="*/ 6162675 h 6296025"/>
                <a:gd name="connsiteX16" fmla="*/ 133349 w 11691143"/>
                <a:gd name="connsiteY16" fmla="*/ 5744767 h 6296025"/>
                <a:gd name="connsiteX17" fmla="*/ 133349 w 11691143"/>
                <a:gd name="connsiteY17" fmla="*/ 2701649 h 6296025"/>
                <a:gd name="connsiteX18" fmla="*/ 0 w 11691143"/>
                <a:gd name="connsiteY18" fmla="*/ 2622592 h 6296025"/>
                <a:gd name="connsiteX19" fmla="*/ 0 w 11691143"/>
                <a:gd name="connsiteY19" fmla="*/ 1225515 h 6296025"/>
                <a:gd name="connsiteX20" fmla="*/ 133349 w 11691143"/>
                <a:gd name="connsiteY20" fmla="*/ 1146457 h 6296025"/>
                <a:gd name="connsiteX21" fmla="*/ 133349 w 11691143"/>
                <a:gd name="connsiteY21" fmla="*/ 0 h 6296025"/>
                <a:gd name="connsiteX0" fmla="*/ 133349 w 11691143"/>
                <a:gd name="connsiteY0" fmla="*/ 0 h 6296025"/>
                <a:gd name="connsiteX1" fmla="*/ 8357825 w 11691143"/>
                <a:gd name="connsiteY1" fmla="*/ 0 h 6296025"/>
                <a:gd name="connsiteX2" fmla="*/ 8462697 w 11691143"/>
                <a:gd name="connsiteY2" fmla="*/ 176892 h 6296025"/>
                <a:gd name="connsiteX3" fmla="*/ 9859774 w 11691143"/>
                <a:gd name="connsiteY3" fmla="*/ 176892 h 6296025"/>
                <a:gd name="connsiteX4" fmla="*/ 9964646 w 11691143"/>
                <a:gd name="connsiteY4" fmla="*/ 0 h 6296025"/>
                <a:gd name="connsiteX5" fmla="*/ 9971096 w 11691143"/>
                <a:gd name="connsiteY5" fmla="*/ 0 h 6296025"/>
                <a:gd name="connsiteX6" fmla="*/ 11691143 w 11691143"/>
                <a:gd name="connsiteY6" fmla="*/ 989012 h 6296025"/>
                <a:gd name="connsiteX7" fmla="*/ 11691143 w 11691143"/>
                <a:gd name="connsiteY7" fmla="*/ 1549468 h 6296025"/>
                <a:gd name="connsiteX8" fmla="*/ 11573034 w 11691143"/>
                <a:gd name="connsiteY8" fmla="*/ 1678544 h 6296025"/>
                <a:gd name="connsiteX9" fmla="*/ 11573034 w 11691143"/>
                <a:gd name="connsiteY9" fmla="*/ 6156958 h 6296025"/>
                <a:gd name="connsiteX10" fmla="*/ 11578265 w 11691143"/>
                <a:gd name="connsiteY10" fmla="*/ 6162675 h 6296025"/>
                <a:gd name="connsiteX11" fmla="*/ 8968499 w 11691143"/>
                <a:gd name="connsiteY11" fmla="*/ 6162675 h 6296025"/>
                <a:gd name="connsiteX12" fmla="*/ 8889441 w 11691143"/>
                <a:gd name="connsiteY12" fmla="*/ 6296025 h 6296025"/>
                <a:gd name="connsiteX13" fmla="*/ 2298344 w 11691143"/>
                <a:gd name="connsiteY13" fmla="*/ 6296025 h 6296025"/>
                <a:gd name="connsiteX14" fmla="*/ 2219286 w 11691143"/>
                <a:gd name="connsiteY14" fmla="*/ 6162675 h 6296025"/>
                <a:gd name="connsiteX15" fmla="*/ 551257 w 11691143"/>
                <a:gd name="connsiteY15" fmla="*/ 6162675 h 6296025"/>
                <a:gd name="connsiteX16" fmla="*/ 133349 w 11691143"/>
                <a:gd name="connsiteY16" fmla="*/ 5744767 h 6296025"/>
                <a:gd name="connsiteX17" fmla="*/ 133349 w 11691143"/>
                <a:gd name="connsiteY17" fmla="*/ 2701649 h 6296025"/>
                <a:gd name="connsiteX18" fmla="*/ 0 w 11691143"/>
                <a:gd name="connsiteY18" fmla="*/ 2622592 h 6296025"/>
                <a:gd name="connsiteX19" fmla="*/ 0 w 11691143"/>
                <a:gd name="connsiteY19" fmla="*/ 1225515 h 6296025"/>
                <a:gd name="connsiteX20" fmla="*/ 133349 w 11691143"/>
                <a:gd name="connsiteY20" fmla="*/ 1146457 h 6296025"/>
                <a:gd name="connsiteX21" fmla="*/ 133349 w 11691143"/>
                <a:gd name="connsiteY21" fmla="*/ 0 h 6296025"/>
                <a:gd name="connsiteX0" fmla="*/ 133349 w 11691143"/>
                <a:gd name="connsiteY0" fmla="*/ 0 h 6296025"/>
                <a:gd name="connsiteX1" fmla="*/ 8357825 w 11691143"/>
                <a:gd name="connsiteY1" fmla="*/ 0 h 6296025"/>
                <a:gd name="connsiteX2" fmla="*/ 8462697 w 11691143"/>
                <a:gd name="connsiteY2" fmla="*/ 176892 h 6296025"/>
                <a:gd name="connsiteX3" fmla="*/ 9859774 w 11691143"/>
                <a:gd name="connsiteY3" fmla="*/ 176892 h 6296025"/>
                <a:gd name="connsiteX4" fmla="*/ 9964646 w 11691143"/>
                <a:gd name="connsiteY4" fmla="*/ 0 h 6296025"/>
                <a:gd name="connsiteX5" fmla="*/ 10221035 w 11691143"/>
                <a:gd name="connsiteY5" fmla="*/ 4363 h 6296025"/>
                <a:gd name="connsiteX6" fmla="*/ 11691143 w 11691143"/>
                <a:gd name="connsiteY6" fmla="*/ 989012 h 6296025"/>
                <a:gd name="connsiteX7" fmla="*/ 11691143 w 11691143"/>
                <a:gd name="connsiteY7" fmla="*/ 1549468 h 6296025"/>
                <a:gd name="connsiteX8" fmla="*/ 11573034 w 11691143"/>
                <a:gd name="connsiteY8" fmla="*/ 1678544 h 6296025"/>
                <a:gd name="connsiteX9" fmla="*/ 11573034 w 11691143"/>
                <a:gd name="connsiteY9" fmla="*/ 6156958 h 6296025"/>
                <a:gd name="connsiteX10" fmla="*/ 11578265 w 11691143"/>
                <a:gd name="connsiteY10" fmla="*/ 6162675 h 6296025"/>
                <a:gd name="connsiteX11" fmla="*/ 8968499 w 11691143"/>
                <a:gd name="connsiteY11" fmla="*/ 6162675 h 6296025"/>
                <a:gd name="connsiteX12" fmla="*/ 8889441 w 11691143"/>
                <a:gd name="connsiteY12" fmla="*/ 6296025 h 6296025"/>
                <a:gd name="connsiteX13" fmla="*/ 2298344 w 11691143"/>
                <a:gd name="connsiteY13" fmla="*/ 6296025 h 6296025"/>
                <a:gd name="connsiteX14" fmla="*/ 2219286 w 11691143"/>
                <a:gd name="connsiteY14" fmla="*/ 6162675 h 6296025"/>
                <a:gd name="connsiteX15" fmla="*/ 551257 w 11691143"/>
                <a:gd name="connsiteY15" fmla="*/ 6162675 h 6296025"/>
                <a:gd name="connsiteX16" fmla="*/ 133349 w 11691143"/>
                <a:gd name="connsiteY16" fmla="*/ 5744767 h 6296025"/>
                <a:gd name="connsiteX17" fmla="*/ 133349 w 11691143"/>
                <a:gd name="connsiteY17" fmla="*/ 2701649 h 6296025"/>
                <a:gd name="connsiteX18" fmla="*/ 0 w 11691143"/>
                <a:gd name="connsiteY18" fmla="*/ 2622592 h 6296025"/>
                <a:gd name="connsiteX19" fmla="*/ 0 w 11691143"/>
                <a:gd name="connsiteY19" fmla="*/ 1225515 h 6296025"/>
                <a:gd name="connsiteX20" fmla="*/ 133349 w 11691143"/>
                <a:gd name="connsiteY20" fmla="*/ 1146457 h 6296025"/>
                <a:gd name="connsiteX21" fmla="*/ 133349 w 11691143"/>
                <a:gd name="connsiteY21" fmla="*/ 0 h 6296025"/>
                <a:gd name="connsiteX0" fmla="*/ 133349 w 11691143"/>
                <a:gd name="connsiteY0" fmla="*/ 4363 h 6300388"/>
                <a:gd name="connsiteX1" fmla="*/ 8357825 w 11691143"/>
                <a:gd name="connsiteY1" fmla="*/ 4363 h 6300388"/>
                <a:gd name="connsiteX2" fmla="*/ 8462697 w 11691143"/>
                <a:gd name="connsiteY2" fmla="*/ 181255 h 6300388"/>
                <a:gd name="connsiteX3" fmla="*/ 9859774 w 11691143"/>
                <a:gd name="connsiteY3" fmla="*/ 181255 h 6300388"/>
                <a:gd name="connsiteX4" fmla="*/ 9964646 w 11691143"/>
                <a:gd name="connsiteY4" fmla="*/ 4363 h 6300388"/>
                <a:gd name="connsiteX5" fmla="*/ 10234191 w 11691143"/>
                <a:gd name="connsiteY5" fmla="*/ 0 h 6300388"/>
                <a:gd name="connsiteX6" fmla="*/ 11691143 w 11691143"/>
                <a:gd name="connsiteY6" fmla="*/ 993375 h 6300388"/>
                <a:gd name="connsiteX7" fmla="*/ 11691143 w 11691143"/>
                <a:gd name="connsiteY7" fmla="*/ 1553831 h 6300388"/>
                <a:gd name="connsiteX8" fmla="*/ 11573034 w 11691143"/>
                <a:gd name="connsiteY8" fmla="*/ 1682907 h 6300388"/>
                <a:gd name="connsiteX9" fmla="*/ 11573034 w 11691143"/>
                <a:gd name="connsiteY9" fmla="*/ 6161321 h 6300388"/>
                <a:gd name="connsiteX10" fmla="*/ 11578265 w 11691143"/>
                <a:gd name="connsiteY10" fmla="*/ 6167038 h 6300388"/>
                <a:gd name="connsiteX11" fmla="*/ 8968499 w 11691143"/>
                <a:gd name="connsiteY11" fmla="*/ 6167038 h 6300388"/>
                <a:gd name="connsiteX12" fmla="*/ 8889441 w 11691143"/>
                <a:gd name="connsiteY12" fmla="*/ 6300388 h 6300388"/>
                <a:gd name="connsiteX13" fmla="*/ 2298344 w 11691143"/>
                <a:gd name="connsiteY13" fmla="*/ 6300388 h 6300388"/>
                <a:gd name="connsiteX14" fmla="*/ 2219286 w 11691143"/>
                <a:gd name="connsiteY14" fmla="*/ 6167038 h 6300388"/>
                <a:gd name="connsiteX15" fmla="*/ 551257 w 11691143"/>
                <a:gd name="connsiteY15" fmla="*/ 6167038 h 6300388"/>
                <a:gd name="connsiteX16" fmla="*/ 133349 w 11691143"/>
                <a:gd name="connsiteY16" fmla="*/ 5749130 h 6300388"/>
                <a:gd name="connsiteX17" fmla="*/ 133349 w 11691143"/>
                <a:gd name="connsiteY17" fmla="*/ 2706012 h 6300388"/>
                <a:gd name="connsiteX18" fmla="*/ 0 w 11691143"/>
                <a:gd name="connsiteY18" fmla="*/ 2626955 h 6300388"/>
                <a:gd name="connsiteX19" fmla="*/ 0 w 11691143"/>
                <a:gd name="connsiteY19" fmla="*/ 1229878 h 6300388"/>
                <a:gd name="connsiteX20" fmla="*/ 133349 w 11691143"/>
                <a:gd name="connsiteY20" fmla="*/ 1150820 h 6300388"/>
                <a:gd name="connsiteX21" fmla="*/ 133349 w 11691143"/>
                <a:gd name="connsiteY21" fmla="*/ 4363 h 6300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691143" h="6300388">
                  <a:moveTo>
                    <a:pt x="133349" y="4363"/>
                  </a:moveTo>
                  <a:lnTo>
                    <a:pt x="8357825" y="4363"/>
                  </a:lnTo>
                  <a:lnTo>
                    <a:pt x="8462697" y="181255"/>
                  </a:lnTo>
                  <a:lnTo>
                    <a:pt x="9859774" y="181255"/>
                  </a:lnTo>
                  <a:lnTo>
                    <a:pt x="9964646" y="4363"/>
                  </a:lnTo>
                  <a:lnTo>
                    <a:pt x="10234191" y="0"/>
                  </a:lnTo>
                  <a:lnTo>
                    <a:pt x="11691143" y="993375"/>
                  </a:lnTo>
                  <a:lnTo>
                    <a:pt x="11691143" y="1553831"/>
                  </a:lnTo>
                  <a:lnTo>
                    <a:pt x="11573034" y="1682907"/>
                  </a:lnTo>
                  <a:lnTo>
                    <a:pt x="11573034" y="6161321"/>
                  </a:lnTo>
                  <a:lnTo>
                    <a:pt x="11578265" y="6167038"/>
                  </a:lnTo>
                  <a:lnTo>
                    <a:pt x="8968499" y="6167038"/>
                  </a:lnTo>
                  <a:lnTo>
                    <a:pt x="8889441" y="6300388"/>
                  </a:lnTo>
                  <a:lnTo>
                    <a:pt x="2298344" y="6300388"/>
                  </a:lnTo>
                  <a:lnTo>
                    <a:pt x="2219286" y="6167038"/>
                  </a:lnTo>
                  <a:lnTo>
                    <a:pt x="551257" y="6167038"/>
                  </a:lnTo>
                  <a:lnTo>
                    <a:pt x="133349" y="5749130"/>
                  </a:lnTo>
                  <a:lnTo>
                    <a:pt x="133349" y="2706012"/>
                  </a:lnTo>
                  <a:lnTo>
                    <a:pt x="0" y="2626955"/>
                  </a:lnTo>
                  <a:lnTo>
                    <a:pt x="0" y="1229878"/>
                  </a:lnTo>
                  <a:lnTo>
                    <a:pt x="133349" y="1150820"/>
                  </a:lnTo>
                  <a:lnTo>
                    <a:pt x="133349" y="4363"/>
                  </a:lnTo>
                  <a:close/>
                </a:path>
              </a:pathLst>
            </a:custGeom>
            <a:solidFill>
              <a:srgbClr val="001938"/>
            </a:solidFill>
            <a:ln w="15875">
              <a:solidFill>
                <a:srgbClr val="05DDF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lnSpc>
                  <a:spcPct val="150000"/>
                </a:lnSpc>
                <a:defRPr/>
              </a:pPr>
              <a:r>
                <a:rPr lang="en-US" altLang="ko-KR" sz="2400" b="1" i="1" kern="0" dirty="0">
                  <a:solidFill>
                    <a:srgbClr val="05DDFE"/>
                  </a:solidFill>
                </a:rPr>
                <a:t>Transformer</a:t>
              </a:r>
            </a:p>
            <a:p>
              <a:pPr algn="ctr" latinLnBrk="0">
                <a:lnSpc>
                  <a:spcPct val="150000"/>
                </a:lnSpc>
                <a:defRPr/>
              </a:pPr>
              <a:r>
                <a:rPr lang="en-US" altLang="ko-KR" sz="700" kern="0" dirty="0">
                  <a:solidFill>
                    <a:srgbClr val="05DDFE"/>
                  </a:solidFill>
                </a:rPr>
                <a:t>Attention is all you need</a:t>
              </a:r>
            </a:p>
            <a:p>
              <a:pPr algn="ctr" latinLnBrk="0">
                <a:lnSpc>
                  <a:spcPct val="150000"/>
                </a:lnSpc>
                <a:defRPr/>
              </a:pPr>
              <a:endParaRPr lang="en-US" altLang="ko-KR" sz="800" kern="0" dirty="0">
                <a:solidFill>
                  <a:srgbClr val="05DDFE"/>
                </a:solidFill>
              </a:endParaRPr>
            </a:p>
            <a:p>
              <a:pPr algn="ctr" latinLnBrk="0">
                <a:lnSpc>
                  <a:spcPct val="150000"/>
                </a:lnSpc>
                <a:defRPr/>
              </a:pPr>
              <a:endParaRPr lang="en-US" altLang="ko-KR" sz="800" kern="0" dirty="0">
                <a:solidFill>
                  <a:srgbClr val="05DDFE"/>
                </a:solidFill>
              </a:endParaRPr>
            </a:p>
            <a:p>
              <a:pPr algn="ctr" latinLnBrk="0">
                <a:lnSpc>
                  <a:spcPct val="150000"/>
                </a:lnSpc>
                <a:defRPr/>
              </a:pPr>
              <a:endParaRPr lang="en-US" altLang="ko-KR" sz="800" kern="0" dirty="0">
                <a:solidFill>
                  <a:srgbClr val="05DDFE"/>
                </a:solidFill>
              </a:endParaRPr>
            </a:p>
            <a:p>
              <a:pPr algn="ctr" latinLnBrk="0">
                <a:lnSpc>
                  <a:spcPct val="150000"/>
                </a:lnSpc>
                <a:defRPr/>
              </a:pPr>
              <a:r>
                <a:rPr lang="ko-KR" altLang="en-US" sz="1000" kern="0" dirty="0" err="1">
                  <a:solidFill>
                    <a:srgbClr val="FFC000"/>
                  </a:solidFill>
                </a:rPr>
                <a:t>심현아</a:t>
              </a:r>
              <a:endParaRPr lang="en-US" altLang="ko-KR" sz="1000" kern="0" dirty="0">
                <a:solidFill>
                  <a:srgbClr val="FFC000"/>
                </a:solidFill>
              </a:endParaRPr>
            </a:p>
          </p:txBody>
        </p:sp>
        <p:cxnSp>
          <p:nvCxnSpPr>
            <p:cNvPr id="3" name="직선 연결선 2"/>
            <p:cNvCxnSpPr/>
            <p:nvPr/>
          </p:nvCxnSpPr>
          <p:spPr>
            <a:xfrm>
              <a:off x="8766777" y="295275"/>
              <a:ext cx="1224000" cy="0"/>
            </a:xfrm>
            <a:prstGeom prst="line">
              <a:avLst/>
            </a:prstGeom>
            <a:ln w="15875">
              <a:solidFill>
                <a:srgbClr val="05DD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rot="5400000">
              <a:off x="9697410" y="4255846"/>
              <a:ext cx="4428000" cy="0"/>
            </a:xfrm>
            <a:prstGeom prst="line">
              <a:avLst/>
            </a:prstGeom>
            <a:ln w="15875">
              <a:solidFill>
                <a:srgbClr val="05DD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794352" y="6600825"/>
              <a:ext cx="1548000" cy="0"/>
            </a:xfrm>
            <a:prstGeom prst="line">
              <a:avLst/>
            </a:prstGeom>
            <a:ln w="15875">
              <a:solidFill>
                <a:srgbClr val="05DD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그룹 4"/>
          <p:cNvGrpSpPr/>
          <p:nvPr/>
        </p:nvGrpSpPr>
        <p:grpSpPr>
          <a:xfrm>
            <a:off x="4969742" y="5449901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7907103" y="159120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7955646" y="164309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8005964" y="168596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086860" y="1701800"/>
            <a:ext cx="45719" cy="241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290653" y="1701800"/>
            <a:ext cx="45719" cy="241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494446" y="1701800"/>
            <a:ext cx="45719" cy="241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698239" y="1701800"/>
            <a:ext cx="45719" cy="241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902032" y="1701800"/>
            <a:ext cx="45719" cy="241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5105825" y="1701800"/>
            <a:ext cx="45719" cy="241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32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Background of appearance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755544" y="1600612"/>
            <a:ext cx="6887017" cy="1389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5DDFE"/>
                </a:solidFill>
              </a:rPr>
              <a:t>RNN </a:t>
            </a:r>
            <a:r>
              <a:rPr lang="ko-KR" altLang="en-US" sz="1600" b="1" dirty="0">
                <a:solidFill>
                  <a:srgbClr val="05DDFE"/>
                </a:solidFill>
              </a:rPr>
              <a:t>모델의 한계</a:t>
            </a:r>
            <a:endParaRPr lang="en-US" altLang="ko-KR" sz="1600" b="1" dirty="0">
              <a:solidFill>
                <a:srgbClr val="05DDFE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RNN 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모델은 전체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sequence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가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single embedding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으로 인코딩</a:t>
            </a: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Hidden state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의 크기는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sequence 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길이와 관계 없이 같음</a:t>
            </a: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하나의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hidden layer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가 모든 시퀀스의 정보를 담고 있기 때문에 정보 손실이 발생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C656DD-F50D-EE84-0C8D-CC33F2756551}"/>
              </a:ext>
            </a:extLst>
          </p:cNvPr>
          <p:cNvGrpSpPr/>
          <p:nvPr/>
        </p:nvGrpSpPr>
        <p:grpSpPr>
          <a:xfrm>
            <a:off x="755544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16E7922-8FA5-0F41-1F71-D412EF34A690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328EE89-3978-0B33-4742-5FF38A446AD6}"/>
              </a:ext>
            </a:extLst>
          </p:cNvPr>
          <p:cNvGrpSpPr/>
          <p:nvPr/>
        </p:nvGrpSpPr>
        <p:grpSpPr>
          <a:xfrm>
            <a:off x="180003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D4E075C-697E-55C2-F916-D813B9708411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70A0BED-D187-BC5E-297F-B3BB7A3CB57B}"/>
              </a:ext>
            </a:extLst>
          </p:cNvPr>
          <p:cNvGrpSpPr/>
          <p:nvPr/>
        </p:nvGrpSpPr>
        <p:grpSpPr>
          <a:xfrm>
            <a:off x="2838016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7A37A18-3E03-0E1E-BBED-18B30A926F1C}"/>
                </a:ext>
              </a:extLst>
            </p:cNvPr>
            <p:cNvCxnSpPr>
              <a:stCxn id="5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1764DCB-57BD-78FC-5831-21EB4CA533D6}"/>
              </a:ext>
            </a:extLst>
          </p:cNvPr>
          <p:cNvGrpSpPr/>
          <p:nvPr/>
        </p:nvGrpSpPr>
        <p:grpSpPr>
          <a:xfrm>
            <a:off x="3882510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EE29FDBA-A86A-FE52-36A2-D0FC29693137}"/>
                </a:ext>
              </a:extLst>
            </p:cNvPr>
            <p:cNvCxnSpPr>
              <a:stCxn id="61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FC22E0-3CE3-2A2B-A51B-9CD745BC0C96}"/>
              </a:ext>
            </a:extLst>
          </p:cNvPr>
          <p:cNvGrpSpPr/>
          <p:nvPr/>
        </p:nvGrpSpPr>
        <p:grpSpPr>
          <a:xfrm>
            <a:off x="4920489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136770AB-EB4E-6F2A-B064-7B0CF1037A14}"/>
                </a:ext>
              </a:extLst>
            </p:cNvPr>
            <p:cNvCxnSpPr>
              <a:stCxn id="6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/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그룹 80">
            <a:extLst>
              <a:ext uri="{FF2B5EF4-FFF2-40B4-BE49-F238E27FC236}">
                <a16:creationId xmlns:a16="http://schemas.microsoft.com/office/drawing/2014/main" id="{D6FA2260-A519-BE71-8E55-3B8260EFB5B1}"/>
              </a:ext>
            </a:extLst>
          </p:cNvPr>
          <p:cNvGrpSpPr/>
          <p:nvPr/>
        </p:nvGrpSpPr>
        <p:grpSpPr>
          <a:xfrm>
            <a:off x="1853130" y="5038049"/>
            <a:ext cx="542739" cy="1047995"/>
            <a:chOff x="2395444" y="5038049"/>
            <a:chExt cx="542739" cy="1047995"/>
          </a:xfrm>
        </p:grpSpPr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B627C33F-DDA0-1D28-FFD0-8689229DD46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9CEFF5C-8E74-7632-7D88-B4980C7C0DC1}"/>
              </a:ext>
            </a:extLst>
          </p:cNvPr>
          <p:cNvGrpSpPr/>
          <p:nvPr/>
        </p:nvGrpSpPr>
        <p:grpSpPr>
          <a:xfrm>
            <a:off x="3935602" y="5038049"/>
            <a:ext cx="542739" cy="1047995"/>
            <a:chOff x="2395444" y="5038049"/>
            <a:chExt cx="542739" cy="1047995"/>
          </a:xfrm>
        </p:grpSpPr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CDFDDC28-BBF5-07B0-0936-CC6EA48B14E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9CACAFB-EE02-6F09-B4DD-E5BFA8D98902}"/>
              </a:ext>
            </a:extLst>
          </p:cNvPr>
          <p:cNvGrpSpPr/>
          <p:nvPr/>
        </p:nvGrpSpPr>
        <p:grpSpPr>
          <a:xfrm>
            <a:off x="6018075" y="5038049"/>
            <a:ext cx="542739" cy="1047995"/>
            <a:chOff x="2395444" y="5038049"/>
            <a:chExt cx="542739" cy="1047995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31D1785B-9CD1-F985-78C0-CACFB9166E32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57A84319-C147-6900-1FBD-1A709E90C3C7}"/>
              </a:ext>
            </a:extLst>
          </p:cNvPr>
          <p:cNvGrpSpPr/>
          <p:nvPr/>
        </p:nvGrpSpPr>
        <p:grpSpPr>
          <a:xfrm>
            <a:off x="722441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사각형: 둥근 모서리 88">
                  <a:extLst>
                    <a:ext uri="{FF2B5EF4-FFF2-40B4-BE49-F238E27FC236}">
                      <a16:creationId xmlns:a16="http://schemas.microsoft.com/office/drawing/2014/main" id="{39168AF5-3969-67FF-B045-045DF697FF7F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89" name="사각형: 둥근 모서리 88">
                  <a:extLst>
                    <a:ext uri="{FF2B5EF4-FFF2-40B4-BE49-F238E27FC236}">
                      <a16:creationId xmlns:a16="http://schemas.microsoft.com/office/drawing/2014/main" id="{39168AF5-3969-67FF-B045-045DF697FF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78D32418-90E2-912F-B85A-8D1DD47ED541}"/>
                </a:ext>
              </a:extLst>
            </p:cNvPr>
            <p:cNvCxnSpPr>
              <a:stCxn id="89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B5B4C94-136C-EE62-9C46-3329D28DCAED}"/>
              </a:ext>
            </a:extLst>
          </p:cNvPr>
          <p:cNvGrpSpPr/>
          <p:nvPr/>
        </p:nvGrpSpPr>
        <p:grpSpPr>
          <a:xfrm>
            <a:off x="8268912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EA0F1B70-7D64-E3C8-3309-C11488692072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EA0F1B70-7D64-E3C8-3309-C114886920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E2EC925E-AF6B-7060-5CCF-AECB5049E886}"/>
                </a:ext>
              </a:extLst>
            </p:cNvPr>
            <p:cNvCxnSpPr>
              <a:stCxn id="92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CEFEB659-9484-4804-A30C-2DDBC1C13BCE}"/>
              </a:ext>
            </a:extLst>
          </p:cNvPr>
          <p:cNvGrpSpPr/>
          <p:nvPr/>
        </p:nvGrpSpPr>
        <p:grpSpPr>
          <a:xfrm>
            <a:off x="9310344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사각형: 둥근 모서리 94">
                  <a:extLst>
                    <a:ext uri="{FF2B5EF4-FFF2-40B4-BE49-F238E27FC236}">
                      <a16:creationId xmlns:a16="http://schemas.microsoft.com/office/drawing/2014/main" id="{02EE2996-5EC0-1555-CA88-82659D6F13D2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95" name="사각형: 둥근 모서리 94">
                  <a:extLst>
                    <a:ext uri="{FF2B5EF4-FFF2-40B4-BE49-F238E27FC236}">
                      <a16:creationId xmlns:a16="http://schemas.microsoft.com/office/drawing/2014/main" id="{02EE2996-5EC0-1555-CA88-82659D6F1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EB1D8802-388B-A362-B605-5C028B8732BE}"/>
                </a:ext>
              </a:extLst>
            </p:cNvPr>
            <p:cNvCxnSpPr>
              <a:stCxn id="95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D6F3EE8-C66B-4310-D10C-D752BEEEE304}"/>
              </a:ext>
            </a:extLst>
          </p:cNvPr>
          <p:cNvGrpSpPr/>
          <p:nvPr/>
        </p:nvGrpSpPr>
        <p:grpSpPr>
          <a:xfrm>
            <a:off x="1035483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사각형: 둥근 모서리 97">
                  <a:extLst>
                    <a:ext uri="{FF2B5EF4-FFF2-40B4-BE49-F238E27FC236}">
                      <a16:creationId xmlns:a16="http://schemas.microsoft.com/office/drawing/2014/main" id="{F0179583-8A7C-EDD5-3403-1D9FD337BF5E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98" name="사각형: 둥근 모서리 97">
                  <a:extLst>
                    <a:ext uri="{FF2B5EF4-FFF2-40B4-BE49-F238E27FC236}">
                      <a16:creationId xmlns:a16="http://schemas.microsoft.com/office/drawing/2014/main" id="{F0179583-8A7C-EDD5-3403-1D9FD337BF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F3A01E7D-8108-47DA-E033-FDA2CB44AD23}"/>
                </a:ext>
              </a:extLst>
            </p:cNvPr>
            <p:cNvCxnSpPr>
              <a:stCxn id="98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6C195184-52F3-44A2-A998-56F12195148D}"/>
              </a:ext>
            </a:extLst>
          </p:cNvPr>
          <p:cNvGrpSpPr/>
          <p:nvPr/>
        </p:nvGrpSpPr>
        <p:grpSpPr>
          <a:xfrm>
            <a:off x="7277510" y="3141774"/>
            <a:ext cx="542739" cy="1041910"/>
            <a:chOff x="2395444" y="4485785"/>
            <a:chExt cx="542739" cy="1041910"/>
          </a:xfrm>
        </p:grpSpPr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35671D31-EF34-DAD5-2679-29DBC074D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타원 101">
                  <a:extLst>
                    <a:ext uri="{FF2B5EF4-FFF2-40B4-BE49-F238E27FC236}">
                      <a16:creationId xmlns:a16="http://schemas.microsoft.com/office/drawing/2014/main" id="{12C21278-B514-F271-5815-D7586A548FEC}"/>
                    </a:ext>
                  </a:extLst>
                </p:cNvPr>
                <p:cNvSpPr/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80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0" b="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2" name="타원 101">
                  <a:extLst>
                    <a:ext uri="{FF2B5EF4-FFF2-40B4-BE49-F238E27FC236}">
                      <a16:creationId xmlns:a16="http://schemas.microsoft.com/office/drawing/2014/main" id="{12C21278-B514-F271-5815-D7586A548F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801F301-83B3-1F7B-93F9-2B1C92486A7E}"/>
              </a:ext>
            </a:extLst>
          </p:cNvPr>
          <p:cNvGrpSpPr/>
          <p:nvPr/>
        </p:nvGrpSpPr>
        <p:grpSpPr>
          <a:xfrm>
            <a:off x="9355700" y="3141774"/>
            <a:ext cx="542739" cy="1041910"/>
            <a:chOff x="2395444" y="4485785"/>
            <a:chExt cx="542739" cy="1041910"/>
          </a:xfrm>
        </p:grpSpPr>
        <p:cxnSp>
          <p:nvCxnSpPr>
            <p:cNvPr id="105" name="직선 화살표 연결선 104">
              <a:extLst>
                <a:ext uri="{FF2B5EF4-FFF2-40B4-BE49-F238E27FC236}">
                  <a16:creationId xmlns:a16="http://schemas.microsoft.com/office/drawing/2014/main" id="{E0CBCBC1-3C4E-A893-CA82-82CAC0772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타원 105">
                  <a:extLst>
                    <a:ext uri="{FF2B5EF4-FFF2-40B4-BE49-F238E27FC236}">
                      <a16:creationId xmlns:a16="http://schemas.microsoft.com/office/drawing/2014/main" id="{A60E4F50-B48C-3A55-A5C7-1C9783B9243F}"/>
                    </a:ext>
                  </a:extLst>
                </p:cNvPr>
                <p:cNvSpPr/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80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0" b="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6" name="타원 105">
                  <a:extLst>
                    <a:ext uri="{FF2B5EF4-FFF2-40B4-BE49-F238E27FC236}">
                      <a16:creationId xmlns:a16="http://schemas.microsoft.com/office/drawing/2014/main" id="{A60E4F50-B48C-3A55-A5C7-1C9783B924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C99D548-5DA1-03A2-053A-B2EB437742F3}"/>
              </a:ext>
            </a:extLst>
          </p:cNvPr>
          <p:cNvGrpSpPr/>
          <p:nvPr/>
        </p:nvGrpSpPr>
        <p:grpSpPr>
          <a:xfrm>
            <a:off x="8322156" y="5038049"/>
            <a:ext cx="542739" cy="1047995"/>
            <a:chOff x="2395444" y="5038049"/>
            <a:chExt cx="542739" cy="1047995"/>
          </a:xfrm>
        </p:grpSpPr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392E1FEC-3ADD-0157-102E-F8AD347977C7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타원 108">
                  <a:extLst>
                    <a:ext uri="{FF2B5EF4-FFF2-40B4-BE49-F238E27FC236}">
                      <a16:creationId xmlns:a16="http://schemas.microsoft.com/office/drawing/2014/main" id="{A58F9B02-43FF-42C8-809F-0DE602B4EA8A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9" name="타원 108">
                  <a:extLst>
                    <a:ext uri="{FF2B5EF4-FFF2-40B4-BE49-F238E27FC236}">
                      <a16:creationId xmlns:a16="http://schemas.microsoft.com/office/drawing/2014/main" id="{A58F9B02-43FF-42C8-809F-0DE602B4EA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9AD9573-9093-0476-E7EB-4ACE6F5AB6BE}"/>
              </a:ext>
            </a:extLst>
          </p:cNvPr>
          <p:cNvGrpSpPr/>
          <p:nvPr/>
        </p:nvGrpSpPr>
        <p:grpSpPr>
          <a:xfrm>
            <a:off x="10421901" y="5038049"/>
            <a:ext cx="542739" cy="1047995"/>
            <a:chOff x="2395444" y="5038049"/>
            <a:chExt cx="542739" cy="1047995"/>
          </a:xfrm>
        </p:grpSpPr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82608098-F7C6-47F4-2B10-F143E421D103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타원 111">
                  <a:extLst>
                    <a:ext uri="{FF2B5EF4-FFF2-40B4-BE49-F238E27FC236}">
                      <a16:creationId xmlns:a16="http://schemas.microsoft.com/office/drawing/2014/main" id="{2FE58717-CAC9-57D3-7F83-B209A1629ACD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2" name="타원 111">
                  <a:extLst>
                    <a:ext uri="{FF2B5EF4-FFF2-40B4-BE49-F238E27FC236}">
                      <a16:creationId xmlns:a16="http://schemas.microsoft.com/office/drawing/2014/main" id="{2FE58717-CAC9-57D3-7F83-B209A1629A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7" name="연결선: 구부러짐 116">
            <a:extLst>
              <a:ext uri="{FF2B5EF4-FFF2-40B4-BE49-F238E27FC236}">
                <a16:creationId xmlns:a16="http://schemas.microsoft.com/office/drawing/2014/main" id="{8F0C6CCA-66B5-A8F4-42D1-4B08CB0F4843}"/>
              </a:ext>
            </a:extLst>
          </p:cNvPr>
          <p:cNvCxnSpPr>
            <a:cxnSpLocks/>
            <a:stCxn id="102" idx="6"/>
            <a:endCxn id="109" idx="2"/>
          </p:cNvCxnSpPr>
          <p:nvPr/>
        </p:nvCxnSpPr>
        <p:spPr>
          <a:xfrm>
            <a:off x="7820249" y="3413144"/>
            <a:ext cx="501907" cy="2401531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구부러짐 118">
            <a:extLst>
              <a:ext uri="{FF2B5EF4-FFF2-40B4-BE49-F238E27FC236}">
                <a16:creationId xmlns:a16="http://schemas.microsoft.com/office/drawing/2014/main" id="{A6557DBF-2459-D975-D091-8754ACE14AEE}"/>
              </a:ext>
            </a:extLst>
          </p:cNvPr>
          <p:cNvCxnSpPr>
            <a:cxnSpLocks/>
          </p:cNvCxnSpPr>
          <p:nvPr/>
        </p:nvCxnSpPr>
        <p:spPr>
          <a:xfrm>
            <a:off x="9902721" y="3413144"/>
            <a:ext cx="501907" cy="2401531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2014AE8-3527-585C-FFE5-089452B4D916}"/>
              </a:ext>
            </a:extLst>
          </p:cNvPr>
          <p:cNvCxnSpPr>
            <a:cxnSpLocks/>
            <a:stCxn id="74" idx="3"/>
            <a:endCxn id="89" idx="1"/>
          </p:cNvCxnSpPr>
          <p:nvPr/>
        </p:nvCxnSpPr>
        <p:spPr>
          <a:xfrm>
            <a:off x="6613908" y="4616245"/>
            <a:ext cx="610510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15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Background of appearance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755544" y="1600612"/>
            <a:ext cx="6887017" cy="743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5DDFE"/>
                </a:solidFill>
              </a:rPr>
              <a:t>Attention Idea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Decoder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가 모든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step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의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Encoder Hidden Layer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를 참조</a:t>
            </a:r>
            <a:endParaRPr lang="ko-KR" altLang="en-US" sz="1000" dirty="0">
              <a:solidFill>
                <a:prstClr val="white">
                  <a:lumMod val="65000"/>
                </a:prstClr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C656DD-F50D-EE84-0C8D-CC33F2756551}"/>
              </a:ext>
            </a:extLst>
          </p:cNvPr>
          <p:cNvGrpSpPr/>
          <p:nvPr/>
        </p:nvGrpSpPr>
        <p:grpSpPr>
          <a:xfrm>
            <a:off x="755544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16E7922-8FA5-0F41-1F71-D412EF34A690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328EE89-3978-0B33-4742-5FF38A446AD6}"/>
              </a:ext>
            </a:extLst>
          </p:cNvPr>
          <p:cNvGrpSpPr/>
          <p:nvPr/>
        </p:nvGrpSpPr>
        <p:grpSpPr>
          <a:xfrm>
            <a:off x="180003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D4E075C-697E-55C2-F916-D813B9708411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70A0BED-D187-BC5E-297F-B3BB7A3CB57B}"/>
              </a:ext>
            </a:extLst>
          </p:cNvPr>
          <p:cNvGrpSpPr/>
          <p:nvPr/>
        </p:nvGrpSpPr>
        <p:grpSpPr>
          <a:xfrm>
            <a:off x="2838016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7A37A18-3E03-0E1E-BBED-18B30A926F1C}"/>
                </a:ext>
              </a:extLst>
            </p:cNvPr>
            <p:cNvCxnSpPr>
              <a:stCxn id="5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1764DCB-57BD-78FC-5831-21EB4CA533D6}"/>
              </a:ext>
            </a:extLst>
          </p:cNvPr>
          <p:cNvGrpSpPr/>
          <p:nvPr/>
        </p:nvGrpSpPr>
        <p:grpSpPr>
          <a:xfrm>
            <a:off x="3882510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EE29FDBA-A86A-FE52-36A2-D0FC29693137}"/>
                </a:ext>
              </a:extLst>
            </p:cNvPr>
            <p:cNvCxnSpPr>
              <a:stCxn id="61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FC22E0-3CE3-2A2B-A51B-9CD745BC0C96}"/>
              </a:ext>
            </a:extLst>
          </p:cNvPr>
          <p:cNvGrpSpPr/>
          <p:nvPr/>
        </p:nvGrpSpPr>
        <p:grpSpPr>
          <a:xfrm>
            <a:off x="4920489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136770AB-EB4E-6F2A-B064-7B0CF1037A14}"/>
                </a:ext>
              </a:extLst>
            </p:cNvPr>
            <p:cNvCxnSpPr>
              <a:stCxn id="6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/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그룹 80">
            <a:extLst>
              <a:ext uri="{FF2B5EF4-FFF2-40B4-BE49-F238E27FC236}">
                <a16:creationId xmlns:a16="http://schemas.microsoft.com/office/drawing/2014/main" id="{D6FA2260-A519-BE71-8E55-3B8260EFB5B1}"/>
              </a:ext>
            </a:extLst>
          </p:cNvPr>
          <p:cNvGrpSpPr/>
          <p:nvPr/>
        </p:nvGrpSpPr>
        <p:grpSpPr>
          <a:xfrm>
            <a:off x="1853130" y="5038049"/>
            <a:ext cx="542739" cy="1047995"/>
            <a:chOff x="2395444" y="5038049"/>
            <a:chExt cx="542739" cy="1047995"/>
          </a:xfrm>
        </p:grpSpPr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B627C33F-DDA0-1D28-FFD0-8689229DD46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9CEFF5C-8E74-7632-7D88-B4980C7C0DC1}"/>
              </a:ext>
            </a:extLst>
          </p:cNvPr>
          <p:cNvGrpSpPr/>
          <p:nvPr/>
        </p:nvGrpSpPr>
        <p:grpSpPr>
          <a:xfrm>
            <a:off x="3935602" y="5038049"/>
            <a:ext cx="542739" cy="1047995"/>
            <a:chOff x="2395444" y="5038049"/>
            <a:chExt cx="542739" cy="1047995"/>
          </a:xfrm>
        </p:grpSpPr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CDFDDC28-BBF5-07B0-0936-CC6EA48B14E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9CACAFB-EE02-6F09-B4DD-E5BFA8D98902}"/>
              </a:ext>
            </a:extLst>
          </p:cNvPr>
          <p:cNvGrpSpPr/>
          <p:nvPr/>
        </p:nvGrpSpPr>
        <p:grpSpPr>
          <a:xfrm>
            <a:off x="6018075" y="5038049"/>
            <a:ext cx="542739" cy="1047995"/>
            <a:chOff x="2395444" y="5038049"/>
            <a:chExt cx="542739" cy="1047995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31D1785B-9CD1-F985-78C0-CACFB9166E32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57A84319-C147-6900-1FBD-1A709E90C3C7}"/>
              </a:ext>
            </a:extLst>
          </p:cNvPr>
          <p:cNvGrpSpPr/>
          <p:nvPr/>
        </p:nvGrpSpPr>
        <p:grpSpPr>
          <a:xfrm>
            <a:off x="722441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사각형: 둥근 모서리 88">
                  <a:extLst>
                    <a:ext uri="{FF2B5EF4-FFF2-40B4-BE49-F238E27FC236}">
                      <a16:creationId xmlns:a16="http://schemas.microsoft.com/office/drawing/2014/main" id="{39168AF5-3969-67FF-B045-045DF697FF7F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89" name="사각형: 둥근 모서리 88">
                  <a:extLst>
                    <a:ext uri="{FF2B5EF4-FFF2-40B4-BE49-F238E27FC236}">
                      <a16:creationId xmlns:a16="http://schemas.microsoft.com/office/drawing/2014/main" id="{39168AF5-3969-67FF-B045-045DF697FF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78D32418-90E2-912F-B85A-8D1DD47ED541}"/>
                </a:ext>
              </a:extLst>
            </p:cNvPr>
            <p:cNvCxnSpPr>
              <a:stCxn id="89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9B5B4C94-136C-EE62-9C46-3329D28DCAED}"/>
              </a:ext>
            </a:extLst>
          </p:cNvPr>
          <p:cNvGrpSpPr/>
          <p:nvPr/>
        </p:nvGrpSpPr>
        <p:grpSpPr>
          <a:xfrm>
            <a:off x="8268912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EA0F1B70-7D64-E3C8-3309-C11488692072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92" name="사각형: 둥근 모서리 91">
                  <a:extLst>
                    <a:ext uri="{FF2B5EF4-FFF2-40B4-BE49-F238E27FC236}">
                      <a16:creationId xmlns:a16="http://schemas.microsoft.com/office/drawing/2014/main" id="{EA0F1B70-7D64-E3C8-3309-C114886920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E2EC925E-AF6B-7060-5CCF-AECB5049E886}"/>
                </a:ext>
              </a:extLst>
            </p:cNvPr>
            <p:cNvCxnSpPr>
              <a:stCxn id="92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CEFEB659-9484-4804-A30C-2DDBC1C13BCE}"/>
              </a:ext>
            </a:extLst>
          </p:cNvPr>
          <p:cNvGrpSpPr/>
          <p:nvPr/>
        </p:nvGrpSpPr>
        <p:grpSpPr>
          <a:xfrm>
            <a:off x="9310344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사각형: 둥근 모서리 94">
                  <a:extLst>
                    <a:ext uri="{FF2B5EF4-FFF2-40B4-BE49-F238E27FC236}">
                      <a16:creationId xmlns:a16="http://schemas.microsoft.com/office/drawing/2014/main" id="{02EE2996-5EC0-1555-CA88-82659D6F13D2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95" name="사각형: 둥근 모서리 94">
                  <a:extLst>
                    <a:ext uri="{FF2B5EF4-FFF2-40B4-BE49-F238E27FC236}">
                      <a16:creationId xmlns:a16="http://schemas.microsoft.com/office/drawing/2014/main" id="{02EE2996-5EC0-1555-CA88-82659D6F13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직선 화살표 연결선 95">
              <a:extLst>
                <a:ext uri="{FF2B5EF4-FFF2-40B4-BE49-F238E27FC236}">
                  <a16:creationId xmlns:a16="http://schemas.microsoft.com/office/drawing/2014/main" id="{EB1D8802-388B-A362-B605-5C028B8732BE}"/>
                </a:ext>
              </a:extLst>
            </p:cNvPr>
            <p:cNvCxnSpPr>
              <a:stCxn id="95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D6F3EE8-C66B-4310-D10C-D752BEEEE304}"/>
              </a:ext>
            </a:extLst>
          </p:cNvPr>
          <p:cNvGrpSpPr/>
          <p:nvPr/>
        </p:nvGrpSpPr>
        <p:grpSpPr>
          <a:xfrm>
            <a:off x="1035483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사각형: 둥근 모서리 97">
                  <a:extLst>
                    <a:ext uri="{FF2B5EF4-FFF2-40B4-BE49-F238E27FC236}">
                      <a16:creationId xmlns:a16="http://schemas.microsoft.com/office/drawing/2014/main" id="{F0179583-8A7C-EDD5-3403-1D9FD337BF5E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98" name="사각형: 둥근 모서리 97">
                  <a:extLst>
                    <a:ext uri="{FF2B5EF4-FFF2-40B4-BE49-F238E27FC236}">
                      <a16:creationId xmlns:a16="http://schemas.microsoft.com/office/drawing/2014/main" id="{F0179583-8A7C-EDD5-3403-1D9FD337BF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F3A01E7D-8108-47DA-E033-FDA2CB44AD23}"/>
                </a:ext>
              </a:extLst>
            </p:cNvPr>
            <p:cNvCxnSpPr>
              <a:stCxn id="98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6C195184-52F3-44A2-A998-56F12195148D}"/>
              </a:ext>
            </a:extLst>
          </p:cNvPr>
          <p:cNvGrpSpPr/>
          <p:nvPr/>
        </p:nvGrpSpPr>
        <p:grpSpPr>
          <a:xfrm>
            <a:off x="7277510" y="3141774"/>
            <a:ext cx="542739" cy="1041910"/>
            <a:chOff x="2395444" y="4485785"/>
            <a:chExt cx="542739" cy="1041910"/>
          </a:xfrm>
        </p:grpSpPr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35671D31-EF34-DAD5-2679-29DBC074D9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타원 101">
                  <a:extLst>
                    <a:ext uri="{FF2B5EF4-FFF2-40B4-BE49-F238E27FC236}">
                      <a16:creationId xmlns:a16="http://schemas.microsoft.com/office/drawing/2014/main" id="{12C21278-B514-F271-5815-D7586A548FEC}"/>
                    </a:ext>
                  </a:extLst>
                </p:cNvPr>
                <p:cNvSpPr/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80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0" b="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2" name="타원 101">
                  <a:extLst>
                    <a:ext uri="{FF2B5EF4-FFF2-40B4-BE49-F238E27FC236}">
                      <a16:creationId xmlns:a16="http://schemas.microsoft.com/office/drawing/2014/main" id="{12C21278-B514-F271-5815-D7586A548F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801F301-83B3-1F7B-93F9-2B1C92486A7E}"/>
              </a:ext>
            </a:extLst>
          </p:cNvPr>
          <p:cNvGrpSpPr/>
          <p:nvPr/>
        </p:nvGrpSpPr>
        <p:grpSpPr>
          <a:xfrm>
            <a:off x="9355700" y="3141774"/>
            <a:ext cx="542739" cy="1041910"/>
            <a:chOff x="2395444" y="4485785"/>
            <a:chExt cx="542739" cy="1041910"/>
          </a:xfrm>
        </p:grpSpPr>
        <p:cxnSp>
          <p:nvCxnSpPr>
            <p:cNvPr id="105" name="직선 화살표 연결선 104">
              <a:extLst>
                <a:ext uri="{FF2B5EF4-FFF2-40B4-BE49-F238E27FC236}">
                  <a16:creationId xmlns:a16="http://schemas.microsoft.com/office/drawing/2014/main" id="{E0CBCBC1-3C4E-A893-CA82-82CAC0772D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타원 105">
                  <a:extLst>
                    <a:ext uri="{FF2B5EF4-FFF2-40B4-BE49-F238E27FC236}">
                      <a16:creationId xmlns:a16="http://schemas.microsoft.com/office/drawing/2014/main" id="{A60E4F50-B48C-3A55-A5C7-1C9783B9243F}"/>
                    </a:ext>
                  </a:extLst>
                </p:cNvPr>
                <p:cNvSpPr/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80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0" b="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6" name="타원 105">
                  <a:extLst>
                    <a:ext uri="{FF2B5EF4-FFF2-40B4-BE49-F238E27FC236}">
                      <a16:creationId xmlns:a16="http://schemas.microsoft.com/office/drawing/2014/main" id="{A60E4F50-B48C-3A55-A5C7-1C9783B924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DC99D548-5DA1-03A2-053A-B2EB437742F3}"/>
              </a:ext>
            </a:extLst>
          </p:cNvPr>
          <p:cNvGrpSpPr/>
          <p:nvPr/>
        </p:nvGrpSpPr>
        <p:grpSpPr>
          <a:xfrm>
            <a:off x="8322156" y="5038049"/>
            <a:ext cx="542739" cy="1047995"/>
            <a:chOff x="2395444" y="5038049"/>
            <a:chExt cx="542739" cy="1047995"/>
          </a:xfrm>
        </p:grpSpPr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392E1FEC-3ADD-0157-102E-F8AD347977C7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타원 108">
                  <a:extLst>
                    <a:ext uri="{FF2B5EF4-FFF2-40B4-BE49-F238E27FC236}">
                      <a16:creationId xmlns:a16="http://schemas.microsoft.com/office/drawing/2014/main" id="{A58F9B02-43FF-42C8-809F-0DE602B4EA8A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9" name="타원 108">
                  <a:extLst>
                    <a:ext uri="{FF2B5EF4-FFF2-40B4-BE49-F238E27FC236}">
                      <a16:creationId xmlns:a16="http://schemas.microsoft.com/office/drawing/2014/main" id="{A58F9B02-43FF-42C8-809F-0DE602B4EA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9AD9573-9093-0476-E7EB-4ACE6F5AB6BE}"/>
              </a:ext>
            </a:extLst>
          </p:cNvPr>
          <p:cNvGrpSpPr/>
          <p:nvPr/>
        </p:nvGrpSpPr>
        <p:grpSpPr>
          <a:xfrm>
            <a:off x="10421901" y="5038049"/>
            <a:ext cx="542739" cy="1047995"/>
            <a:chOff x="2395444" y="5038049"/>
            <a:chExt cx="542739" cy="1047995"/>
          </a:xfrm>
        </p:grpSpPr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82608098-F7C6-47F4-2B10-F143E421D103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타원 111">
                  <a:extLst>
                    <a:ext uri="{FF2B5EF4-FFF2-40B4-BE49-F238E27FC236}">
                      <a16:creationId xmlns:a16="http://schemas.microsoft.com/office/drawing/2014/main" id="{2FE58717-CAC9-57D3-7F83-B209A1629ACD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dirty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i="1" dirty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2" name="타원 111">
                  <a:extLst>
                    <a:ext uri="{FF2B5EF4-FFF2-40B4-BE49-F238E27FC236}">
                      <a16:creationId xmlns:a16="http://schemas.microsoft.com/office/drawing/2014/main" id="{2FE58717-CAC9-57D3-7F83-B209A1629A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7" name="연결선: 구부러짐 116">
            <a:extLst>
              <a:ext uri="{FF2B5EF4-FFF2-40B4-BE49-F238E27FC236}">
                <a16:creationId xmlns:a16="http://schemas.microsoft.com/office/drawing/2014/main" id="{8F0C6CCA-66B5-A8F4-42D1-4B08CB0F4843}"/>
              </a:ext>
            </a:extLst>
          </p:cNvPr>
          <p:cNvCxnSpPr>
            <a:cxnSpLocks/>
            <a:stCxn id="102" idx="6"/>
            <a:endCxn id="109" idx="2"/>
          </p:cNvCxnSpPr>
          <p:nvPr/>
        </p:nvCxnSpPr>
        <p:spPr>
          <a:xfrm>
            <a:off x="7820249" y="3413144"/>
            <a:ext cx="501907" cy="2401531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구부러짐 118">
            <a:extLst>
              <a:ext uri="{FF2B5EF4-FFF2-40B4-BE49-F238E27FC236}">
                <a16:creationId xmlns:a16="http://schemas.microsoft.com/office/drawing/2014/main" id="{A6557DBF-2459-D975-D091-8754ACE14AEE}"/>
              </a:ext>
            </a:extLst>
          </p:cNvPr>
          <p:cNvCxnSpPr>
            <a:cxnSpLocks/>
          </p:cNvCxnSpPr>
          <p:nvPr/>
        </p:nvCxnSpPr>
        <p:spPr>
          <a:xfrm>
            <a:off x="9902721" y="3413144"/>
            <a:ext cx="501907" cy="2401531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2014AE8-3527-585C-FFE5-089452B4D916}"/>
              </a:ext>
            </a:extLst>
          </p:cNvPr>
          <p:cNvCxnSpPr>
            <a:cxnSpLocks/>
            <a:stCxn id="74" idx="3"/>
            <a:endCxn id="89" idx="1"/>
          </p:cNvCxnSpPr>
          <p:nvPr/>
        </p:nvCxnSpPr>
        <p:spPr>
          <a:xfrm>
            <a:off x="6613908" y="4616245"/>
            <a:ext cx="610510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FEAAA444-88E8-F86C-CACE-4E1A42262FBE}"/>
              </a:ext>
            </a:extLst>
          </p:cNvPr>
          <p:cNvCxnSpPr>
            <a:cxnSpLocks/>
            <a:stCxn id="66" idx="0"/>
            <a:endCxn id="92" idx="0"/>
          </p:cNvCxnSpPr>
          <p:nvPr/>
        </p:nvCxnSpPr>
        <p:spPr>
          <a:xfrm rot="5400000" flipH="1" flipV="1">
            <a:off x="6919163" y="2520230"/>
            <a:ext cx="12700" cy="3348423"/>
          </a:xfrm>
          <a:prstGeom prst="curvedConnector3">
            <a:avLst>
              <a:gd name="adj1" fmla="val 282193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64357E5B-AD08-CEFB-D3BB-AE34DA8F8982}"/>
              </a:ext>
            </a:extLst>
          </p:cNvPr>
          <p:cNvCxnSpPr>
            <a:cxnSpLocks/>
            <a:stCxn id="56" idx="0"/>
            <a:endCxn id="92" idx="0"/>
          </p:cNvCxnSpPr>
          <p:nvPr/>
        </p:nvCxnSpPr>
        <p:spPr>
          <a:xfrm rot="5400000" flipH="1" flipV="1">
            <a:off x="5877927" y="1478993"/>
            <a:ext cx="12700" cy="5430896"/>
          </a:xfrm>
          <a:prstGeom prst="curvedConnector3">
            <a:avLst>
              <a:gd name="adj1" fmla="val 449419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DCFF8250-A4C3-0B24-3349-8FC9AB2DC611}"/>
              </a:ext>
            </a:extLst>
          </p:cNvPr>
          <p:cNvCxnSpPr>
            <a:cxnSpLocks/>
            <a:stCxn id="7" idx="0"/>
            <a:endCxn id="92" idx="0"/>
          </p:cNvCxnSpPr>
          <p:nvPr/>
        </p:nvCxnSpPr>
        <p:spPr>
          <a:xfrm rot="5400000" flipH="1" flipV="1">
            <a:off x="4836691" y="437757"/>
            <a:ext cx="12700" cy="7513368"/>
          </a:xfrm>
          <a:prstGeom prst="curvedConnector3">
            <a:avLst>
              <a:gd name="adj1" fmla="val 5934197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16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Base of attention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1003318" y="2491618"/>
            <a:ext cx="4512580" cy="2035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5DDFE"/>
                </a:solidFill>
              </a:rPr>
              <a:t>Attention</a:t>
            </a:r>
            <a:r>
              <a:rPr lang="ko-KR" altLang="en-US" sz="1600" b="1" dirty="0">
                <a:solidFill>
                  <a:srgbClr val="05DDFE"/>
                </a:solidFill>
              </a:rPr>
              <a:t>의 구성</a:t>
            </a:r>
            <a:endParaRPr lang="en-US" altLang="ko-KR" sz="1600" b="1" dirty="0">
              <a:solidFill>
                <a:srgbClr val="05DDFE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Query(Q), Key(K), Value(V)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로 구성</a:t>
            </a: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Key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와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Value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는 일대일 대응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Attention Value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는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Value(V)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들의 가중평균</a:t>
            </a: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Query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와 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Key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 사이의 연관도가 가중치로 사용됨</a:t>
            </a: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연관도 계산은 내적</a:t>
            </a:r>
            <a:r>
              <a:rPr lang="en-US" altLang="ko-KR" sz="1400" dirty="0">
                <a:solidFill>
                  <a:prstClr val="white">
                    <a:lumMod val="65000"/>
                  </a:prstClr>
                </a:solidFill>
              </a:rPr>
              <a:t>(dot product)</a:t>
            </a:r>
            <a:r>
              <a:rPr lang="ko-KR" altLang="en-US" sz="1400" dirty="0">
                <a:solidFill>
                  <a:prstClr val="white">
                    <a:lumMod val="65000"/>
                  </a:prstClr>
                </a:solidFill>
              </a:rPr>
              <a:t>을 사용</a:t>
            </a: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</p:txBody>
      </p:sp>
      <p:graphicFrame>
        <p:nvGraphicFramePr>
          <p:cNvPr id="2" name="표 6">
            <a:extLst>
              <a:ext uri="{FF2B5EF4-FFF2-40B4-BE49-F238E27FC236}">
                <a16:creationId xmlns:a16="http://schemas.microsoft.com/office/drawing/2014/main" id="{D60864DE-EA58-139F-94BA-805EF8C4B8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514151"/>
              </p:ext>
            </p:extLst>
          </p:nvPr>
        </p:nvGraphicFramePr>
        <p:xfrm>
          <a:off x="5753239" y="3443287"/>
          <a:ext cx="1401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356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350356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350356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350356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6AE3D5-3BD5-BEF5-A127-3723CE372AA7}"/>
              </a:ext>
            </a:extLst>
          </p:cNvPr>
          <p:cNvSpPr txBox="1"/>
          <p:nvPr/>
        </p:nvSpPr>
        <p:spPr>
          <a:xfrm>
            <a:off x="6307917" y="301660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DB1D7"/>
                </a:solidFill>
              </a:rPr>
              <a:t>x</a:t>
            </a:r>
            <a:endParaRPr lang="ko-KR" altLang="en-US" dirty="0">
              <a:solidFill>
                <a:srgbClr val="FDB1D7"/>
              </a:solidFill>
            </a:endParaRP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579E8E2-C832-38A7-694A-4A884D410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978690"/>
              </p:ext>
            </p:extLst>
          </p:nvPr>
        </p:nvGraphicFramePr>
        <p:xfrm>
          <a:off x="8448677" y="826605"/>
          <a:ext cx="66990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B78C59-580A-61C8-A8BD-80A4F463794F}"/>
              </a:ext>
            </a:extLst>
          </p:cNvPr>
          <p:cNvSpPr txBox="1"/>
          <p:nvPr/>
        </p:nvSpPr>
        <p:spPr>
          <a:xfrm>
            <a:off x="8371305" y="447748"/>
            <a:ext cx="82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Query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9BAC9F72-0D07-B63D-C81A-044D25139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12765"/>
              </p:ext>
            </p:extLst>
          </p:nvPr>
        </p:nvGraphicFramePr>
        <p:xfrm>
          <a:off x="8448677" y="2901196"/>
          <a:ext cx="66990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BDF5879-11E2-EBFA-410F-61178B66CB10}"/>
              </a:ext>
            </a:extLst>
          </p:cNvPr>
          <p:cNvSpPr txBox="1"/>
          <p:nvPr/>
        </p:nvSpPr>
        <p:spPr>
          <a:xfrm>
            <a:off x="8506181" y="2522339"/>
            <a:ext cx="55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Key</a:t>
            </a:r>
            <a:endParaRPr lang="ko-KR" altLang="en-US" dirty="0">
              <a:solidFill>
                <a:srgbClr val="FFFF00"/>
              </a:solidFill>
            </a:endParaRPr>
          </a:p>
        </p:txBody>
      </p:sp>
      <p:graphicFrame>
        <p:nvGraphicFramePr>
          <p:cNvPr id="13" name="표 8">
            <a:extLst>
              <a:ext uri="{FF2B5EF4-FFF2-40B4-BE49-F238E27FC236}">
                <a16:creationId xmlns:a16="http://schemas.microsoft.com/office/drawing/2014/main" id="{467C7D0C-1C5F-0460-F855-4CD585EFF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63142"/>
              </p:ext>
            </p:extLst>
          </p:nvPr>
        </p:nvGraphicFramePr>
        <p:xfrm>
          <a:off x="8448677" y="4975787"/>
          <a:ext cx="66990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BA3B-E879-2CC3-BA66-DDD44F9E1347}"/>
              </a:ext>
            </a:extLst>
          </p:cNvPr>
          <p:cNvSpPr txBox="1"/>
          <p:nvPr/>
        </p:nvSpPr>
        <p:spPr>
          <a:xfrm>
            <a:off x="8410898" y="4596930"/>
            <a:ext cx="745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6" name="표 56">
            <a:extLst>
              <a:ext uri="{FF2B5EF4-FFF2-40B4-BE49-F238E27FC236}">
                <a16:creationId xmlns:a16="http://schemas.microsoft.com/office/drawing/2014/main" id="{4DA56726-D65D-A899-26EB-7143C5A13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260869"/>
              </p:ext>
            </p:extLst>
          </p:nvPr>
        </p:nvGraphicFramePr>
        <p:xfrm>
          <a:off x="10251816" y="1372705"/>
          <a:ext cx="6699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69503A6-2470-46F7-1C07-32A4A3A09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574678"/>
              </p:ext>
            </p:extLst>
          </p:nvPr>
        </p:nvGraphicFramePr>
        <p:xfrm>
          <a:off x="10251816" y="3443287"/>
          <a:ext cx="6699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E80AFB58-7662-77E8-653A-033C636D1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20923"/>
              </p:ext>
            </p:extLst>
          </p:nvPr>
        </p:nvGraphicFramePr>
        <p:xfrm>
          <a:off x="10251816" y="5521887"/>
          <a:ext cx="6699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D1185186-4B3A-A307-E371-0D23D8574CEF}"/>
              </a:ext>
            </a:extLst>
          </p:cNvPr>
          <p:cNvSpPr txBox="1"/>
          <p:nvPr/>
        </p:nvSpPr>
        <p:spPr>
          <a:xfrm>
            <a:off x="10082179" y="945414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B0F0"/>
                </a:solidFill>
              </a:rPr>
              <a:t>Query_x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AB3DD2-F187-2029-D48F-3C4BBD1EB1C5}"/>
              </a:ext>
            </a:extLst>
          </p:cNvPr>
          <p:cNvSpPr txBox="1"/>
          <p:nvPr/>
        </p:nvSpPr>
        <p:spPr>
          <a:xfrm>
            <a:off x="10214022" y="3014488"/>
            <a:ext cx="760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FFFF00"/>
                </a:solidFill>
              </a:rPr>
              <a:t>Key_x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6945B5-CD20-EC93-7852-474C05A5F080}"/>
              </a:ext>
            </a:extLst>
          </p:cNvPr>
          <p:cNvSpPr txBox="1"/>
          <p:nvPr/>
        </p:nvSpPr>
        <p:spPr>
          <a:xfrm>
            <a:off x="10070717" y="5097552"/>
            <a:ext cx="95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accent2">
                    <a:lumMod val="75000"/>
                  </a:schemeClr>
                </a:solidFill>
              </a:rPr>
              <a:t>Value_x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E463FBE-7CBE-E47D-26AE-FD3995505CA8}"/>
              </a:ext>
            </a:extLst>
          </p:cNvPr>
          <p:cNvCxnSpPr/>
          <p:nvPr/>
        </p:nvCxnSpPr>
        <p:spPr>
          <a:xfrm>
            <a:off x="9498799" y="1566279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AA25D1F-6C1E-1B6C-3BB7-48CAA4B2713C}"/>
              </a:ext>
            </a:extLst>
          </p:cNvPr>
          <p:cNvCxnSpPr/>
          <p:nvPr/>
        </p:nvCxnSpPr>
        <p:spPr>
          <a:xfrm>
            <a:off x="9498799" y="3631054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CB201B0-570B-BA16-749C-266E6C344D93}"/>
              </a:ext>
            </a:extLst>
          </p:cNvPr>
          <p:cNvCxnSpPr/>
          <p:nvPr/>
        </p:nvCxnSpPr>
        <p:spPr>
          <a:xfrm>
            <a:off x="9498799" y="5713526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97E4377-12F0-AF34-ADC0-7F5FDD3A3305}"/>
              </a:ext>
            </a:extLst>
          </p:cNvPr>
          <p:cNvCxnSpPr/>
          <p:nvPr/>
        </p:nvCxnSpPr>
        <p:spPr>
          <a:xfrm flipV="1">
            <a:off x="7239687" y="1547470"/>
            <a:ext cx="1069038" cy="1949738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4C61A36-A8A0-7805-94F2-35DC61D6DC10}"/>
              </a:ext>
            </a:extLst>
          </p:cNvPr>
          <p:cNvCxnSpPr/>
          <p:nvPr/>
        </p:nvCxnSpPr>
        <p:spPr>
          <a:xfrm>
            <a:off x="7267151" y="3628707"/>
            <a:ext cx="875750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2D2AE3C-B942-CB67-55DF-625C318DEF39}"/>
              </a:ext>
            </a:extLst>
          </p:cNvPr>
          <p:cNvCxnSpPr/>
          <p:nvPr/>
        </p:nvCxnSpPr>
        <p:spPr>
          <a:xfrm>
            <a:off x="7239687" y="3769688"/>
            <a:ext cx="1069038" cy="2052975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23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Base of attention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1003317" y="2144726"/>
            <a:ext cx="5936658" cy="3005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5DDFE"/>
                </a:solidFill>
              </a:rPr>
              <a:t>What is Q, K, V?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white">
                    <a:lumMod val="65000"/>
                  </a:prstClr>
                </a:solidFill>
              </a:rPr>
              <a:t>[Query(Q)]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white">
                    <a:lumMod val="65000"/>
                  </a:prstClr>
                </a:solidFill>
              </a:rPr>
              <a:t>입력 시퀀스에서 관련된 부분을 찾으려고 하는 정보 벡터</a:t>
            </a:r>
            <a:endParaRPr lang="en-US" altLang="ko-KR" sz="12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white">
                    <a:lumMod val="65000"/>
                  </a:prstClr>
                </a:solidFill>
              </a:rPr>
              <a:t>[Key(K)]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white">
                    <a:lumMod val="65000"/>
                  </a:prstClr>
                </a:solidFill>
              </a:rPr>
              <a:t>Query(Q)</a:t>
            </a:r>
            <a:r>
              <a:rPr lang="ko-KR" altLang="en-US" sz="1200" dirty="0">
                <a:solidFill>
                  <a:prstClr val="white">
                    <a:lumMod val="65000"/>
                  </a:prstClr>
                </a:solidFill>
              </a:rPr>
              <a:t>와 비교하여 유사도 측정에 사용되는 벡터</a:t>
            </a:r>
            <a:endParaRPr lang="en-US" altLang="ko-KR" sz="12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prstClr val="white">
                    <a:lumMod val="65000"/>
                  </a:prstClr>
                </a:solidFill>
              </a:rPr>
              <a:t>[Value(V)]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prstClr val="white">
                    <a:lumMod val="65000"/>
                  </a:prstClr>
                </a:solidFill>
              </a:rPr>
              <a:t>특정 </a:t>
            </a:r>
            <a:r>
              <a:rPr lang="en-US" altLang="ko-KR" sz="1200" dirty="0">
                <a:solidFill>
                  <a:prstClr val="white">
                    <a:lumMod val="65000"/>
                  </a:prstClr>
                </a:solidFill>
              </a:rPr>
              <a:t>Key(K)</a:t>
            </a:r>
            <a:r>
              <a:rPr lang="ko-KR" altLang="en-US" sz="1200" dirty="0">
                <a:solidFill>
                  <a:prstClr val="white">
                    <a:lumMod val="65000"/>
                  </a:prstClr>
                </a:solidFill>
              </a:rPr>
              <a:t>에 해당하는 입력 시퀀스의 정보로 가중치를 구하는데 사용되는 벡터</a:t>
            </a:r>
            <a:endParaRPr lang="en-US" altLang="ko-KR" sz="1200" dirty="0">
              <a:solidFill>
                <a:prstClr val="white">
                  <a:lumMod val="65000"/>
                </a:prst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400" dirty="0">
              <a:solidFill>
                <a:prstClr val="white">
                  <a:lumMod val="65000"/>
                </a:prstClr>
              </a:solidFill>
            </a:endParaRPr>
          </a:p>
        </p:txBody>
      </p:sp>
      <p:graphicFrame>
        <p:nvGraphicFramePr>
          <p:cNvPr id="2" name="표 6">
            <a:extLst>
              <a:ext uri="{FF2B5EF4-FFF2-40B4-BE49-F238E27FC236}">
                <a16:creationId xmlns:a16="http://schemas.microsoft.com/office/drawing/2014/main" id="{D60864DE-EA58-139F-94BA-805EF8C4B862}"/>
              </a:ext>
            </a:extLst>
          </p:cNvPr>
          <p:cNvGraphicFramePr>
            <a:graphicFrameLocks noGrp="1"/>
          </p:cNvGraphicFramePr>
          <p:nvPr/>
        </p:nvGraphicFramePr>
        <p:xfrm>
          <a:off x="5753239" y="3443287"/>
          <a:ext cx="14014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356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350356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350356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350356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6AE3D5-3BD5-BEF5-A127-3723CE372AA7}"/>
              </a:ext>
            </a:extLst>
          </p:cNvPr>
          <p:cNvSpPr txBox="1"/>
          <p:nvPr/>
        </p:nvSpPr>
        <p:spPr>
          <a:xfrm>
            <a:off x="6307917" y="301660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DB1D7"/>
                </a:solidFill>
              </a:rPr>
              <a:t>x</a:t>
            </a:r>
            <a:endParaRPr lang="ko-KR" altLang="en-US" dirty="0">
              <a:solidFill>
                <a:srgbClr val="FDB1D7"/>
              </a:solidFill>
            </a:endParaRP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579E8E2-C832-38A7-694A-4A884D4105C8}"/>
              </a:ext>
            </a:extLst>
          </p:cNvPr>
          <p:cNvGraphicFramePr>
            <a:graphicFrameLocks noGrp="1"/>
          </p:cNvGraphicFramePr>
          <p:nvPr/>
        </p:nvGraphicFramePr>
        <p:xfrm>
          <a:off x="8448677" y="826605"/>
          <a:ext cx="66990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FB78C59-580A-61C8-A8BD-80A4F463794F}"/>
              </a:ext>
            </a:extLst>
          </p:cNvPr>
          <p:cNvSpPr txBox="1"/>
          <p:nvPr/>
        </p:nvSpPr>
        <p:spPr>
          <a:xfrm>
            <a:off x="8371305" y="447748"/>
            <a:ext cx="82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Query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9BAC9F72-0D07-B63D-C81A-044D25139C06}"/>
              </a:ext>
            </a:extLst>
          </p:cNvPr>
          <p:cNvGraphicFramePr>
            <a:graphicFrameLocks noGrp="1"/>
          </p:cNvGraphicFramePr>
          <p:nvPr/>
        </p:nvGraphicFramePr>
        <p:xfrm>
          <a:off x="8448677" y="2901196"/>
          <a:ext cx="66990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BDF5879-11E2-EBFA-410F-61178B66CB10}"/>
              </a:ext>
            </a:extLst>
          </p:cNvPr>
          <p:cNvSpPr txBox="1"/>
          <p:nvPr/>
        </p:nvSpPr>
        <p:spPr>
          <a:xfrm>
            <a:off x="8506181" y="2522339"/>
            <a:ext cx="55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Key</a:t>
            </a:r>
            <a:endParaRPr lang="ko-KR" altLang="en-US" dirty="0">
              <a:solidFill>
                <a:srgbClr val="FFFF00"/>
              </a:solidFill>
            </a:endParaRPr>
          </a:p>
        </p:txBody>
      </p:sp>
      <p:graphicFrame>
        <p:nvGraphicFramePr>
          <p:cNvPr id="13" name="표 8">
            <a:extLst>
              <a:ext uri="{FF2B5EF4-FFF2-40B4-BE49-F238E27FC236}">
                <a16:creationId xmlns:a16="http://schemas.microsoft.com/office/drawing/2014/main" id="{467C7D0C-1C5F-0460-F855-4CD585EFFC6C}"/>
              </a:ext>
            </a:extLst>
          </p:cNvPr>
          <p:cNvGraphicFramePr>
            <a:graphicFrameLocks noGrp="1"/>
          </p:cNvGraphicFramePr>
          <p:nvPr/>
        </p:nvGraphicFramePr>
        <p:xfrm>
          <a:off x="8448677" y="4975787"/>
          <a:ext cx="66990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BA3B-E879-2CC3-BA66-DDD44F9E1347}"/>
              </a:ext>
            </a:extLst>
          </p:cNvPr>
          <p:cNvSpPr txBox="1"/>
          <p:nvPr/>
        </p:nvSpPr>
        <p:spPr>
          <a:xfrm>
            <a:off x="8410898" y="4596930"/>
            <a:ext cx="745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6" name="표 56">
            <a:extLst>
              <a:ext uri="{FF2B5EF4-FFF2-40B4-BE49-F238E27FC236}">
                <a16:creationId xmlns:a16="http://schemas.microsoft.com/office/drawing/2014/main" id="{4DA56726-D65D-A899-26EB-7143C5A13979}"/>
              </a:ext>
            </a:extLst>
          </p:cNvPr>
          <p:cNvGraphicFramePr>
            <a:graphicFrameLocks noGrp="1"/>
          </p:cNvGraphicFramePr>
          <p:nvPr/>
        </p:nvGraphicFramePr>
        <p:xfrm>
          <a:off x="10251816" y="1372705"/>
          <a:ext cx="6699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A69503A6-2470-46F7-1C07-32A4A3A092F9}"/>
              </a:ext>
            </a:extLst>
          </p:cNvPr>
          <p:cNvGraphicFramePr>
            <a:graphicFrameLocks noGrp="1"/>
          </p:cNvGraphicFramePr>
          <p:nvPr/>
        </p:nvGraphicFramePr>
        <p:xfrm>
          <a:off x="10251816" y="3443287"/>
          <a:ext cx="6699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E80AFB58-7662-77E8-653A-033C636D193D}"/>
              </a:ext>
            </a:extLst>
          </p:cNvPr>
          <p:cNvGraphicFramePr>
            <a:graphicFrameLocks noGrp="1"/>
          </p:cNvGraphicFramePr>
          <p:nvPr/>
        </p:nvGraphicFramePr>
        <p:xfrm>
          <a:off x="10251816" y="5521887"/>
          <a:ext cx="66990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95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3495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D1185186-4B3A-A307-E371-0D23D8574CEF}"/>
              </a:ext>
            </a:extLst>
          </p:cNvPr>
          <p:cNvSpPr txBox="1"/>
          <p:nvPr/>
        </p:nvSpPr>
        <p:spPr>
          <a:xfrm>
            <a:off x="10082179" y="945414"/>
            <a:ext cx="1029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00B0F0"/>
                </a:solidFill>
              </a:rPr>
              <a:t>Query_x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AB3DD2-F187-2029-D48F-3C4BBD1EB1C5}"/>
              </a:ext>
            </a:extLst>
          </p:cNvPr>
          <p:cNvSpPr txBox="1"/>
          <p:nvPr/>
        </p:nvSpPr>
        <p:spPr>
          <a:xfrm>
            <a:off x="10214022" y="3014488"/>
            <a:ext cx="760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FFFF00"/>
                </a:solidFill>
              </a:rPr>
              <a:t>Key_x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6945B5-CD20-EC93-7852-474C05A5F080}"/>
              </a:ext>
            </a:extLst>
          </p:cNvPr>
          <p:cNvSpPr txBox="1"/>
          <p:nvPr/>
        </p:nvSpPr>
        <p:spPr>
          <a:xfrm>
            <a:off x="10070717" y="5097552"/>
            <a:ext cx="95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accent2">
                    <a:lumMod val="75000"/>
                  </a:schemeClr>
                </a:solidFill>
              </a:rPr>
              <a:t>Value_x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E463FBE-7CBE-E47D-26AE-FD3995505CA8}"/>
              </a:ext>
            </a:extLst>
          </p:cNvPr>
          <p:cNvCxnSpPr/>
          <p:nvPr/>
        </p:nvCxnSpPr>
        <p:spPr>
          <a:xfrm>
            <a:off x="9498799" y="1566279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AA25D1F-6C1E-1B6C-3BB7-48CAA4B2713C}"/>
              </a:ext>
            </a:extLst>
          </p:cNvPr>
          <p:cNvCxnSpPr/>
          <p:nvPr/>
        </p:nvCxnSpPr>
        <p:spPr>
          <a:xfrm>
            <a:off x="9498799" y="3631054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CB201B0-570B-BA16-749C-266E6C344D93}"/>
              </a:ext>
            </a:extLst>
          </p:cNvPr>
          <p:cNvCxnSpPr/>
          <p:nvPr/>
        </p:nvCxnSpPr>
        <p:spPr>
          <a:xfrm>
            <a:off x="9498799" y="5713526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A060B88-4467-8B5C-6FDB-05621A036D1D}"/>
              </a:ext>
            </a:extLst>
          </p:cNvPr>
          <p:cNvCxnSpPr/>
          <p:nvPr/>
        </p:nvCxnSpPr>
        <p:spPr>
          <a:xfrm flipV="1">
            <a:off x="7239687" y="1547470"/>
            <a:ext cx="1069038" cy="1949738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83EAF99-ED11-0982-1626-2BFE864909D7}"/>
              </a:ext>
            </a:extLst>
          </p:cNvPr>
          <p:cNvCxnSpPr/>
          <p:nvPr/>
        </p:nvCxnSpPr>
        <p:spPr>
          <a:xfrm>
            <a:off x="7267151" y="3628707"/>
            <a:ext cx="875750" cy="0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C53BF616-8778-D174-766B-89ED2F31E3B1}"/>
              </a:ext>
            </a:extLst>
          </p:cNvPr>
          <p:cNvCxnSpPr/>
          <p:nvPr/>
        </p:nvCxnSpPr>
        <p:spPr>
          <a:xfrm>
            <a:off x="7239687" y="3769688"/>
            <a:ext cx="1069038" cy="2052975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45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Steps of attention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C656DD-F50D-EE84-0C8D-CC33F2756551}"/>
              </a:ext>
            </a:extLst>
          </p:cNvPr>
          <p:cNvGrpSpPr/>
          <p:nvPr/>
        </p:nvGrpSpPr>
        <p:grpSpPr>
          <a:xfrm>
            <a:off x="755544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16E7922-8FA5-0F41-1F71-D412EF34A690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328EE89-3978-0B33-4742-5FF38A446AD6}"/>
              </a:ext>
            </a:extLst>
          </p:cNvPr>
          <p:cNvGrpSpPr/>
          <p:nvPr/>
        </p:nvGrpSpPr>
        <p:grpSpPr>
          <a:xfrm>
            <a:off x="180003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D4E075C-697E-55C2-F916-D813B9708411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70A0BED-D187-BC5E-297F-B3BB7A3CB57B}"/>
              </a:ext>
            </a:extLst>
          </p:cNvPr>
          <p:cNvGrpSpPr/>
          <p:nvPr/>
        </p:nvGrpSpPr>
        <p:grpSpPr>
          <a:xfrm>
            <a:off x="2838016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7A37A18-3E03-0E1E-BBED-18B30A926F1C}"/>
                </a:ext>
              </a:extLst>
            </p:cNvPr>
            <p:cNvCxnSpPr>
              <a:stCxn id="5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1764DCB-57BD-78FC-5831-21EB4CA533D6}"/>
              </a:ext>
            </a:extLst>
          </p:cNvPr>
          <p:cNvGrpSpPr/>
          <p:nvPr/>
        </p:nvGrpSpPr>
        <p:grpSpPr>
          <a:xfrm>
            <a:off x="3882510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EE29FDBA-A86A-FE52-36A2-D0FC29693137}"/>
                </a:ext>
              </a:extLst>
            </p:cNvPr>
            <p:cNvCxnSpPr>
              <a:stCxn id="61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FC22E0-3CE3-2A2B-A51B-9CD745BC0C96}"/>
              </a:ext>
            </a:extLst>
          </p:cNvPr>
          <p:cNvGrpSpPr/>
          <p:nvPr/>
        </p:nvGrpSpPr>
        <p:grpSpPr>
          <a:xfrm>
            <a:off x="4920489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136770AB-EB4E-6F2A-B064-7B0CF1037A14}"/>
                </a:ext>
              </a:extLst>
            </p:cNvPr>
            <p:cNvCxnSpPr>
              <a:stCxn id="6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/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그룹 80">
            <a:extLst>
              <a:ext uri="{FF2B5EF4-FFF2-40B4-BE49-F238E27FC236}">
                <a16:creationId xmlns:a16="http://schemas.microsoft.com/office/drawing/2014/main" id="{D6FA2260-A519-BE71-8E55-3B8260EFB5B1}"/>
              </a:ext>
            </a:extLst>
          </p:cNvPr>
          <p:cNvGrpSpPr/>
          <p:nvPr/>
        </p:nvGrpSpPr>
        <p:grpSpPr>
          <a:xfrm>
            <a:off x="1853130" y="5038049"/>
            <a:ext cx="542739" cy="1047995"/>
            <a:chOff x="2395444" y="5038049"/>
            <a:chExt cx="542739" cy="1047995"/>
          </a:xfrm>
        </p:grpSpPr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B627C33F-DDA0-1D28-FFD0-8689229DD46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9CEFF5C-8E74-7632-7D88-B4980C7C0DC1}"/>
              </a:ext>
            </a:extLst>
          </p:cNvPr>
          <p:cNvGrpSpPr/>
          <p:nvPr/>
        </p:nvGrpSpPr>
        <p:grpSpPr>
          <a:xfrm>
            <a:off x="3935602" y="5038049"/>
            <a:ext cx="542739" cy="1047995"/>
            <a:chOff x="2395444" y="5038049"/>
            <a:chExt cx="542739" cy="1047995"/>
          </a:xfrm>
        </p:grpSpPr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CDFDDC28-BBF5-07B0-0936-CC6EA48B14E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9CACAFB-EE02-6F09-B4DD-E5BFA8D98902}"/>
              </a:ext>
            </a:extLst>
          </p:cNvPr>
          <p:cNvGrpSpPr/>
          <p:nvPr/>
        </p:nvGrpSpPr>
        <p:grpSpPr>
          <a:xfrm>
            <a:off x="6018075" y="5038049"/>
            <a:ext cx="542739" cy="1047995"/>
            <a:chOff x="2395444" y="5038049"/>
            <a:chExt cx="542739" cy="1047995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31D1785B-9CD1-F985-78C0-CACFB9166E32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id="{39168AF5-3969-67FF-B045-045DF697FF7F}"/>
                  </a:ext>
                </a:extLst>
              </p:cNvPr>
              <p:cNvSpPr/>
              <p:nvPr/>
            </p:nvSpPr>
            <p:spPr>
              <a:xfrm>
                <a:off x="7224418" y="4194441"/>
                <a:ext cx="648925" cy="8436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id="{39168AF5-3969-67FF-B045-045DF697F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418" y="4194441"/>
                <a:ext cx="648925" cy="84360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2014AE8-3527-585C-FFE5-089452B4D916}"/>
              </a:ext>
            </a:extLst>
          </p:cNvPr>
          <p:cNvCxnSpPr>
            <a:cxnSpLocks/>
            <a:stCxn id="74" idx="3"/>
            <a:endCxn id="89" idx="1"/>
          </p:cNvCxnSpPr>
          <p:nvPr/>
        </p:nvCxnSpPr>
        <p:spPr>
          <a:xfrm>
            <a:off x="6613908" y="4616245"/>
            <a:ext cx="610510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A61134-8233-4047-C780-233F9B07D039}"/>
              </a:ext>
            </a:extLst>
          </p:cNvPr>
          <p:cNvSpPr txBox="1"/>
          <p:nvPr/>
        </p:nvSpPr>
        <p:spPr>
          <a:xfrm>
            <a:off x="2893882" y="5040029"/>
            <a:ext cx="55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Key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9778BA-DD28-AD46-8331-F0827FE2DDEB}"/>
              </a:ext>
            </a:extLst>
          </p:cNvPr>
          <p:cNvSpPr txBox="1"/>
          <p:nvPr/>
        </p:nvSpPr>
        <p:spPr>
          <a:xfrm>
            <a:off x="4964175" y="5040029"/>
            <a:ext cx="554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Key</a:t>
            </a:r>
            <a:endParaRPr lang="ko-KR" altLang="en-US" dirty="0">
              <a:solidFill>
                <a:srgbClr val="FFFF00"/>
              </a:solidFill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DFE9993-169C-A6BE-948D-BBC34FC6F760}"/>
              </a:ext>
            </a:extLst>
          </p:cNvPr>
          <p:cNvGrpSpPr/>
          <p:nvPr/>
        </p:nvGrpSpPr>
        <p:grpSpPr>
          <a:xfrm>
            <a:off x="5091188" y="2862068"/>
            <a:ext cx="300867" cy="300867"/>
            <a:chOff x="4478341" y="2725051"/>
            <a:chExt cx="300867" cy="300867"/>
          </a:xfrm>
        </p:grpSpPr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E9DE4E8-3270-1E91-02B5-046899EC6CC8}"/>
                </a:ext>
              </a:extLst>
            </p:cNvPr>
            <p:cNvSpPr/>
            <p:nvPr/>
          </p:nvSpPr>
          <p:spPr>
            <a:xfrm>
              <a:off x="4478341" y="2725051"/>
              <a:ext cx="300867" cy="30086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9E8DC5C9-82B2-9C61-FA1A-A466CA0A52F7}"/>
                </a:ext>
              </a:extLst>
            </p:cNvPr>
            <p:cNvSpPr/>
            <p:nvPr/>
          </p:nvSpPr>
          <p:spPr>
            <a:xfrm>
              <a:off x="4577091" y="2818997"/>
              <a:ext cx="109093" cy="10909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</p:grp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A373390C-E373-DC48-FDB9-DF3D8AC1D5AD}"/>
              </a:ext>
            </a:extLst>
          </p:cNvPr>
          <p:cNvCxnSpPr>
            <a:cxnSpLocks/>
            <a:stCxn id="56" idx="0"/>
            <a:endCxn id="50" idx="4"/>
          </p:cNvCxnSpPr>
          <p:nvPr/>
        </p:nvCxnSpPr>
        <p:spPr>
          <a:xfrm rot="5400000" flipH="1" flipV="1">
            <a:off x="3686297" y="2639117"/>
            <a:ext cx="1031506" cy="2079143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연결선: 구부러짐 112">
            <a:extLst>
              <a:ext uri="{FF2B5EF4-FFF2-40B4-BE49-F238E27FC236}">
                <a16:creationId xmlns:a16="http://schemas.microsoft.com/office/drawing/2014/main" id="{0D0F284F-220F-746B-93BA-7787DD6A01C4}"/>
              </a:ext>
            </a:extLst>
          </p:cNvPr>
          <p:cNvCxnSpPr>
            <a:cxnSpLocks/>
            <a:stCxn id="89" idx="0"/>
            <a:endCxn id="50" idx="4"/>
          </p:cNvCxnSpPr>
          <p:nvPr/>
        </p:nvCxnSpPr>
        <p:spPr>
          <a:xfrm rot="16200000" flipV="1">
            <a:off x="5879499" y="2525058"/>
            <a:ext cx="1031506" cy="2307259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14D00F3-D1B0-53DD-BD69-4556162482FC}"/>
              </a:ext>
            </a:extLst>
          </p:cNvPr>
          <p:cNvGrpSpPr/>
          <p:nvPr/>
        </p:nvGrpSpPr>
        <p:grpSpPr>
          <a:xfrm>
            <a:off x="5867641" y="2862068"/>
            <a:ext cx="300867" cy="300867"/>
            <a:chOff x="4478341" y="2725051"/>
            <a:chExt cx="300867" cy="300867"/>
          </a:xfrm>
        </p:grpSpPr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3D972F61-7DA4-74EE-1389-07929123606F}"/>
                </a:ext>
              </a:extLst>
            </p:cNvPr>
            <p:cNvSpPr/>
            <p:nvPr/>
          </p:nvSpPr>
          <p:spPr>
            <a:xfrm>
              <a:off x="4478341" y="2725051"/>
              <a:ext cx="300867" cy="30086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CB7FFCE3-E2F7-8632-6346-CB5CAF9F279E}"/>
                </a:ext>
              </a:extLst>
            </p:cNvPr>
            <p:cNvSpPr/>
            <p:nvPr/>
          </p:nvSpPr>
          <p:spPr>
            <a:xfrm>
              <a:off x="4577091" y="2818997"/>
              <a:ext cx="109093" cy="10909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</p:grpSp>
      <p:cxnSp>
        <p:nvCxnSpPr>
          <p:cNvPr id="122" name="연결선: 구부러짐 121">
            <a:extLst>
              <a:ext uri="{FF2B5EF4-FFF2-40B4-BE49-F238E27FC236}">
                <a16:creationId xmlns:a16="http://schemas.microsoft.com/office/drawing/2014/main" id="{F1AD0983-0B86-8535-A1F3-E06696138E45}"/>
              </a:ext>
            </a:extLst>
          </p:cNvPr>
          <p:cNvCxnSpPr>
            <a:cxnSpLocks/>
            <a:stCxn id="66" idx="0"/>
            <a:endCxn id="118" idx="4"/>
          </p:cNvCxnSpPr>
          <p:nvPr/>
        </p:nvCxnSpPr>
        <p:spPr>
          <a:xfrm rot="5400000" flipH="1" flipV="1">
            <a:off x="5115760" y="3292127"/>
            <a:ext cx="1031506" cy="773123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연결선: 구부러짐 122">
            <a:extLst>
              <a:ext uri="{FF2B5EF4-FFF2-40B4-BE49-F238E27FC236}">
                <a16:creationId xmlns:a16="http://schemas.microsoft.com/office/drawing/2014/main" id="{E9D836DC-AB92-C823-73F0-4CA27E227DCC}"/>
              </a:ext>
            </a:extLst>
          </p:cNvPr>
          <p:cNvCxnSpPr>
            <a:cxnSpLocks/>
            <a:stCxn id="89" idx="0"/>
            <a:endCxn id="118" idx="4"/>
          </p:cNvCxnSpPr>
          <p:nvPr/>
        </p:nvCxnSpPr>
        <p:spPr>
          <a:xfrm rot="16200000" flipV="1">
            <a:off x="6267725" y="2913285"/>
            <a:ext cx="1031506" cy="1530806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3147767F-3363-5997-BC62-897584E8D8F5}"/>
              </a:ext>
            </a:extLst>
          </p:cNvPr>
          <p:cNvSpPr txBox="1"/>
          <p:nvPr/>
        </p:nvSpPr>
        <p:spPr>
          <a:xfrm>
            <a:off x="3459582" y="2827836"/>
            <a:ext cx="1458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Dot Product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F4FBAC3-3848-CAEF-CB08-D5326438D509}"/>
              </a:ext>
            </a:extLst>
          </p:cNvPr>
          <p:cNvSpPr/>
          <p:nvPr/>
        </p:nvSpPr>
        <p:spPr>
          <a:xfrm>
            <a:off x="4673063" y="1946286"/>
            <a:ext cx="1916899" cy="442103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solidFill>
                  <a:schemeClr val="tx1"/>
                </a:solidFill>
              </a:rPr>
              <a:t>Softmax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cxnSp>
        <p:nvCxnSpPr>
          <p:cNvPr id="129" name="연결선: 구부러짐 128">
            <a:extLst>
              <a:ext uri="{FF2B5EF4-FFF2-40B4-BE49-F238E27FC236}">
                <a16:creationId xmlns:a16="http://schemas.microsoft.com/office/drawing/2014/main" id="{8623F03A-1BA6-C1E2-C8E0-1460965A2E07}"/>
              </a:ext>
            </a:extLst>
          </p:cNvPr>
          <p:cNvCxnSpPr>
            <a:cxnSpLocks/>
            <a:stCxn id="50" idx="0"/>
            <a:endCxn id="127" idx="2"/>
          </p:cNvCxnSpPr>
          <p:nvPr/>
        </p:nvCxnSpPr>
        <p:spPr>
          <a:xfrm rot="5400000" flipH="1" flipV="1">
            <a:off x="5199728" y="2430284"/>
            <a:ext cx="473679" cy="389891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D77208CA-B8F3-8159-27BB-5892DB95833F}"/>
              </a:ext>
            </a:extLst>
          </p:cNvPr>
          <p:cNvCxnSpPr>
            <a:cxnSpLocks/>
            <a:stCxn id="118" idx="0"/>
            <a:endCxn id="127" idx="2"/>
          </p:cNvCxnSpPr>
          <p:nvPr/>
        </p:nvCxnSpPr>
        <p:spPr>
          <a:xfrm rot="16200000" flipV="1">
            <a:off x="5587955" y="2431948"/>
            <a:ext cx="473679" cy="386562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04FEF240-ECA9-C7A2-0B1D-56E909508D29}"/>
              </a:ext>
            </a:extLst>
          </p:cNvPr>
          <p:cNvSpPr txBox="1"/>
          <p:nvPr/>
        </p:nvSpPr>
        <p:spPr>
          <a:xfrm>
            <a:off x="7131818" y="5040029"/>
            <a:ext cx="82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Query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3AB1617-3BCF-9B4D-8F38-9CB6E39187A3}"/>
              </a:ext>
            </a:extLst>
          </p:cNvPr>
          <p:cNvSpPr txBox="1"/>
          <p:nvPr/>
        </p:nvSpPr>
        <p:spPr>
          <a:xfrm>
            <a:off x="4406852" y="1147074"/>
            <a:ext cx="2449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Attention Coefficients</a:t>
            </a:r>
          </a:p>
        </p:txBody>
      </p:sp>
      <p:cxnSp>
        <p:nvCxnSpPr>
          <p:cNvPr id="138" name="연결선: 구부러짐 137">
            <a:extLst>
              <a:ext uri="{FF2B5EF4-FFF2-40B4-BE49-F238E27FC236}">
                <a16:creationId xmlns:a16="http://schemas.microsoft.com/office/drawing/2014/main" id="{571D2203-BCAE-F19C-2726-6DAC6765AD6F}"/>
              </a:ext>
            </a:extLst>
          </p:cNvPr>
          <p:cNvCxnSpPr>
            <a:cxnSpLocks/>
            <a:stCxn id="127" idx="0"/>
          </p:cNvCxnSpPr>
          <p:nvPr/>
        </p:nvCxnSpPr>
        <p:spPr>
          <a:xfrm rot="16200000" flipV="1">
            <a:off x="5235815" y="1550588"/>
            <a:ext cx="401505" cy="389892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00BA3203-48C5-7CAC-DAD2-9E2903FAAEB5}"/>
              </a:ext>
            </a:extLst>
          </p:cNvPr>
          <p:cNvCxnSpPr>
            <a:cxnSpLocks/>
            <a:stCxn id="127" idx="0"/>
          </p:cNvCxnSpPr>
          <p:nvPr/>
        </p:nvCxnSpPr>
        <p:spPr>
          <a:xfrm rot="5400000" flipH="1" flipV="1">
            <a:off x="5589555" y="1581278"/>
            <a:ext cx="406967" cy="323051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FFE38531-4CCE-3C6C-FCA0-4923DC67C41D}"/>
              </a:ext>
            </a:extLst>
          </p:cNvPr>
          <p:cNvSpPr txBox="1"/>
          <p:nvPr/>
        </p:nvSpPr>
        <p:spPr>
          <a:xfrm>
            <a:off x="6628786" y="2462569"/>
            <a:ext cx="16342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Attention Score</a:t>
            </a: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1716F0DA-7276-01D1-8553-6936254E2F72}"/>
              </a:ext>
            </a:extLst>
          </p:cNvPr>
          <p:cNvCxnSpPr>
            <a:cxnSpLocks/>
            <a:stCxn id="144" idx="1"/>
          </p:cNvCxnSpPr>
          <p:nvPr/>
        </p:nvCxnSpPr>
        <p:spPr>
          <a:xfrm flipH="1">
            <a:off x="5867641" y="2631846"/>
            <a:ext cx="761145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1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Steps of attention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C656DD-F50D-EE84-0C8D-CC33F2756551}"/>
              </a:ext>
            </a:extLst>
          </p:cNvPr>
          <p:cNvGrpSpPr/>
          <p:nvPr/>
        </p:nvGrpSpPr>
        <p:grpSpPr>
          <a:xfrm>
            <a:off x="755544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98E3210C-3AF5-D1EC-C728-16DED42EF6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916E7922-8FA5-0F41-1F71-D412EF34A690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328EE89-3978-0B33-4742-5FF38A446AD6}"/>
              </a:ext>
            </a:extLst>
          </p:cNvPr>
          <p:cNvGrpSpPr/>
          <p:nvPr/>
        </p:nvGrpSpPr>
        <p:grpSpPr>
          <a:xfrm>
            <a:off x="1800038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D423299C-C3CA-37D3-3BC4-E493A5F323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ED4E075C-697E-55C2-F916-D813B9708411}"/>
                </a:ext>
              </a:extLst>
            </p:cNvPr>
            <p:cNvCxnSpPr>
              <a:stCxn id="13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70A0BED-D187-BC5E-297F-B3BB7A3CB57B}"/>
              </a:ext>
            </a:extLst>
          </p:cNvPr>
          <p:cNvGrpSpPr/>
          <p:nvPr/>
        </p:nvGrpSpPr>
        <p:grpSpPr>
          <a:xfrm>
            <a:off x="2838016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80EB21ED-ACC9-3F55-D67C-BA66454CFC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7A37A18-3E03-0E1E-BBED-18B30A926F1C}"/>
                </a:ext>
              </a:extLst>
            </p:cNvPr>
            <p:cNvCxnSpPr>
              <a:stCxn id="5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E1764DCB-57BD-78FC-5831-21EB4CA533D6}"/>
              </a:ext>
            </a:extLst>
          </p:cNvPr>
          <p:cNvGrpSpPr/>
          <p:nvPr/>
        </p:nvGrpSpPr>
        <p:grpSpPr>
          <a:xfrm>
            <a:off x="3882510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accent3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487B055A-2604-FB7E-6E41-4A43AB7AD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EE29FDBA-A86A-FE52-36A2-D0FC29693137}"/>
                </a:ext>
              </a:extLst>
            </p:cNvPr>
            <p:cNvCxnSpPr>
              <a:stCxn id="61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C4FC22E0-3CE3-2A2B-A51B-9CD745BC0C96}"/>
              </a:ext>
            </a:extLst>
          </p:cNvPr>
          <p:cNvGrpSpPr/>
          <p:nvPr/>
        </p:nvGrpSpPr>
        <p:grpSpPr>
          <a:xfrm>
            <a:off x="4920489" y="4194441"/>
            <a:ext cx="1038662" cy="843608"/>
            <a:chOff x="1297858" y="4194441"/>
            <a:chExt cx="1038662" cy="843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/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28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6" name="사각형: 둥근 모서리 65">
                  <a:extLst>
                    <a:ext uri="{FF2B5EF4-FFF2-40B4-BE49-F238E27FC236}">
                      <a16:creationId xmlns:a16="http://schemas.microsoft.com/office/drawing/2014/main" id="{F3899E0C-72C1-3ABB-45FF-B5D5261EB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7858" y="4194441"/>
                  <a:ext cx="648925" cy="84360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136770AB-EB4E-6F2A-B064-7B0CF1037A14}"/>
                </a:ext>
              </a:extLst>
            </p:cNvPr>
            <p:cNvCxnSpPr>
              <a:stCxn id="66" idx="3"/>
            </p:cNvCxnSpPr>
            <p:nvPr/>
          </p:nvCxnSpPr>
          <p:spPr>
            <a:xfrm>
              <a:off x="1946783" y="4616245"/>
              <a:ext cx="38973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/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4" name="사각형: 둥근 모서리 73">
                <a:extLst>
                  <a:ext uri="{FF2B5EF4-FFF2-40B4-BE49-F238E27FC236}">
                    <a16:creationId xmlns:a16="http://schemas.microsoft.com/office/drawing/2014/main" id="{2E460D3B-23CE-F6B6-74D1-3F686A515C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83" y="4194441"/>
                <a:ext cx="648925" cy="84360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그룹 80">
            <a:extLst>
              <a:ext uri="{FF2B5EF4-FFF2-40B4-BE49-F238E27FC236}">
                <a16:creationId xmlns:a16="http://schemas.microsoft.com/office/drawing/2014/main" id="{D6FA2260-A519-BE71-8E55-3B8260EFB5B1}"/>
              </a:ext>
            </a:extLst>
          </p:cNvPr>
          <p:cNvGrpSpPr/>
          <p:nvPr/>
        </p:nvGrpSpPr>
        <p:grpSpPr>
          <a:xfrm>
            <a:off x="1853130" y="5038049"/>
            <a:ext cx="542739" cy="1047995"/>
            <a:chOff x="2395444" y="5038049"/>
            <a:chExt cx="542739" cy="1047995"/>
          </a:xfrm>
        </p:grpSpPr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B627C33F-DDA0-1D28-FFD0-8689229DD46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364A70CA-AF76-E069-226F-0156ACA651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9CEFF5C-8E74-7632-7D88-B4980C7C0DC1}"/>
              </a:ext>
            </a:extLst>
          </p:cNvPr>
          <p:cNvGrpSpPr/>
          <p:nvPr/>
        </p:nvGrpSpPr>
        <p:grpSpPr>
          <a:xfrm>
            <a:off x="3935602" y="5038049"/>
            <a:ext cx="542739" cy="1047995"/>
            <a:chOff x="2395444" y="5038049"/>
            <a:chExt cx="542739" cy="1047995"/>
          </a:xfrm>
        </p:grpSpPr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CDFDDC28-BBF5-07B0-0936-CC6EA48B14E5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29E68336-BF19-0736-1D30-4AEF757B91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9CACAFB-EE02-6F09-B4DD-E5BFA8D98902}"/>
              </a:ext>
            </a:extLst>
          </p:cNvPr>
          <p:cNvGrpSpPr/>
          <p:nvPr/>
        </p:nvGrpSpPr>
        <p:grpSpPr>
          <a:xfrm>
            <a:off x="6018075" y="5038049"/>
            <a:ext cx="542739" cy="1047995"/>
            <a:chOff x="2395444" y="5038049"/>
            <a:chExt cx="542739" cy="1047995"/>
          </a:xfrm>
        </p:grpSpPr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31D1785B-9CD1-F985-78C0-CACFB9166E32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/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solidFill>
                  <a:srgbClr val="FDB1D7"/>
                </a:solidFill>
                <a:ln>
                  <a:solidFill>
                    <a:srgbClr val="FA8AB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A0F8DA93-8DFC-E163-F3E9-0E142AB5CD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5543305"/>
                  <a:ext cx="542739" cy="542739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rgbClr val="FA8ABD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id="{39168AF5-3969-67FF-B045-045DF697FF7F}"/>
                  </a:ext>
                </a:extLst>
              </p:cNvPr>
              <p:cNvSpPr/>
              <p:nvPr/>
            </p:nvSpPr>
            <p:spPr>
              <a:xfrm>
                <a:off x="7224418" y="4194441"/>
                <a:ext cx="648925" cy="8436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id="{39168AF5-3969-67FF-B045-045DF697F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418" y="4194441"/>
                <a:ext cx="648925" cy="84360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2014AE8-3527-585C-FFE5-089452B4D916}"/>
              </a:ext>
            </a:extLst>
          </p:cNvPr>
          <p:cNvCxnSpPr>
            <a:cxnSpLocks/>
            <a:stCxn id="74" idx="3"/>
            <a:endCxn id="89" idx="1"/>
          </p:cNvCxnSpPr>
          <p:nvPr/>
        </p:nvCxnSpPr>
        <p:spPr>
          <a:xfrm>
            <a:off x="6613908" y="4616245"/>
            <a:ext cx="610510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A61134-8233-4047-C780-233F9B07D039}"/>
              </a:ext>
            </a:extLst>
          </p:cNvPr>
          <p:cNvSpPr txBox="1"/>
          <p:nvPr/>
        </p:nvSpPr>
        <p:spPr>
          <a:xfrm>
            <a:off x="2786957" y="5040029"/>
            <a:ext cx="745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F4FBAC3-3848-CAEF-CB08-D5326438D509}"/>
              </a:ext>
            </a:extLst>
          </p:cNvPr>
          <p:cNvSpPr/>
          <p:nvPr/>
        </p:nvSpPr>
        <p:spPr>
          <a:xfrm>
            <a:off x="4673063" y="2719810"/>
            <a:ext cx="1916899" cy="442103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 err="1">
                <a:solidFill>
                  <a:schemeClr val="tx1"/>
                </a:solidFill>
              </a:rPr>
              <a:t>Softmax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4FEF240-ECA9-C7A2-0B1D-56E909508D29}"/>
              </a:ext>
            </a:extLst>
          </p:cNvPr>
          <p:cNvSpPr txBox="1"/>
          <p:nvPr/>
        </p:nvSpPr>
        <p:spPr>
          <a:xfrm>
            <a:off x="7131818" y="5040029"/>
            <a:ext cx="82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Query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3AB1617-3BCF-9B4D-8F38-9CB6E39187A3}"/>
              </a:ext>
            </a:extLst>
          </p:cNvPr>
          <p:cNvSpPr txBox="1"/>
          <p:nvPr/>
        </p:nvSpPr>
        <p:spPr>
          <a:xfrm>
            <a:off x="3949193" y="1920598"/>
            <a:ext cx="3364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Attention Coefficients (</a:t>
            </a:r>
            <a:r>
              <a:rPr lang="ko-KR" altLang="en-US" dirty="0">
                <a:solidFill>
                  <a:schemeClr val="bg1"/>
                </a:solidFill>
              </a:rPr>
              <a:t>가중치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38" name="연결선: 구부러짐 137">
            <a:extLst>
              <a:ext uri="{FF2B5EF4-FFF2-40B4-BE49-F238E27FC236}">
                <a16:creationId xmlns:a16="http://schemas.microsoft.com/office/drawing/2014/main" id="{571D2203-BCAE-F19C-2726-6DAC6765AD6F}"/>
              </a:ext>
            </a:extLst>
          </p:cNvPr>
          <p:cNvCxnSpPr>
            <a:cxnSpLocks/>
            <a:stCxn id="127" idx="0"/>
          </p:cNvCxnSpPr>
          <p:nvPr/>
        </p:nvCxnSpPr>
        <p:spPr>
          <a:xfrm rot="16200000" flipV="1">
            <a:off x="5235815" y="2324112"/>
            <a:ext cx="401505" cy="389892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00BA3203-48C5-7CAC-DAD2-9E2903FAAEB5}"/>
              </a:ext>
            </a:extLst>
          </p:cNvPr>
          <p:cNvCxnSpPr>
            <a:cxnSpLocks/>
            <a:stCxn id="127" idx="0"/>
          </p:cNvCxnSpPr>
          <p:nvPr/>
        </p:nvCxnSpPr>
        <p:spPr>
          <a:xfrm rot="5400000" flipH="1" flipV="1">
            <a:off x="5589555" y="2354802"/>
            <a:ext cx="406967" cy="323051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205437A3-4EE6-C8D3-5931-5FC4AA2D0360}"/>
              </a:ext>
            </a:extLst>
          </p:cNvPr>
          <p:cNvSpPr/>
          <p:nvPr/>
        </p:nvSpPr>
        <p:spPr>
          <a:xfrm>
            <a:off x="1349969" y="2312844"/>
            <a:ext cx="2403468" cy="442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</a:rPr>
              <a:t>Weighted Sum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8A682305-E1CD-FBA7-E21C-CDA148E5235F}"/>
              </a:ext>
            </a:extLst>
          </p:cNvPr>
          <p:cNvCxnSpPr>
            <a:cxnSpLocks/>
          </p:cNvCxnSpPr>
          <p:nvPr/>
        </p:nvCxnSpPr>
        <p:spPr>
          <a:xfrm flipH="1">
            <a:off x="3747538" y="2533895"/>
            <a:ext cx="1765633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737592E4-885E-79BB-6DC7-29105EA8CC84}"/>
                  </a:ext>
                </a:extLst>
              </p:cNvPr>
              <p:cNvSpPr/>
              <p:nvPr/>
            </p:nvSpPr>
            <p:spPr>
              <a:xfrm>
                <a:off x="3303301" y="1519302"/>
                <a:ext cx="444237" cy="442103"/>
              </a:xfrm>
              <a:prstGeom prst="roundRect">
                <a:avLst/>
              </a:prstGeom>
              <a:solidFill>
                <a:srgbClr val="7030A0"/>
              </a:solidFill>
              <a:ln>
                <a:solidFill>
                  <a:srgbClr val="FDB1D7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737592E4-885E-79BB-6DC7-29105EA8CC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301" y="1519302"/>
                <a:ext cx="444237" cy="442103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rgbClr val="FDB1D7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078C8E1A-8B76-B930-5173-952CDC152698}"/>
              </a:ext>
            </a:extLst>
          </p:cNvPr>
          <p:cNvCxnSpPr>
            <a:endCxn id="167" idx="2"/>
          </p:cNvCxnSpPr>
          <p:nvPr/>
        </p:nvCxnSpPr>
        <p:spPr>
          <a:xfrm flipV="1">
            <a:off x="3525419" y="1961405"/>
            <a:ext cx="1" cy="35143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4240A8E3-7839-CE33-2169-DC13EFD1D582}"/>
              </a:ext>
            </a:extLst>
          </p:cNvPr>
          <p:cNvSpPr txBox="1"/>
          <p:nvPr/>
        </p:nvSpPr>
        <p:spPr>
          <a:xfrm>
            <a:off x="3714922" y="1561700"/>
            <a:ext cx="1798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Attention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E3E92556-579D-1F57-2B16-8AE14715F0CB}"/>
                  </a:ext>
                </a:extLst>
              </p:cNvPr>
              <p:cNvSpPr/>
              <p:nvPr/>
            </p:nvSpPr>
            <p:spPr>
              <a:xfrm>
                <a:off x="7878936" y="4194441"/>
                <a:ext cx="648925" cy="8436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E3E92556-579D-1F57-2B16-8AE14715F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936" y="4194441"/>
                <a:ext cx="648925" cy="84360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CC0DEC16-66DF-ECB4-9DF2-47DA99D21F8E}"/>
              </a:ext>
            </a:extLst>
          </p:cNvPr>
          <p:cNvCxnSpPr>
            <a:cxnSpLocks/>
            <a:stCxn id="167" idx="0"/>
            <a:endCxn id="54" idx="0"/>
          </p:cNvCxnSpPr>
          <p:nvPr/>
        </p:nvCxnSpPr>
        <p:spPr>
          <a:xfrm rot="16200000" flipH="1">
            <a:off x="4526839" y="517882"/>
            <a:ext cx="2675139" cy="4677979"/>
          </a:xfrm>
          <a:prstGeom prst="curvedConnector3">
            <a:avLst>
              <a:gd name="adj1" fmla="val -8545"/>
            </a:avLst>
          </a:prstGeom>
          <a:ln w="28575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9E03E4BB-0206-4127-FA39-F2773D5254C7}"/>
              </a:ext>
            </a:extLst>
          </p:cNvPr>
          <p:cNvCxnSpPr>
            <a:cxnSpLocks/>
          </p:cNvCxnSpPr>
          <p:nvPr/>
        </p:nvCxnSpPr>
        <p:spPr>
          <a:xfrm>
            <a:off x="8527861" y="4618211"/>
            <a:ext cx="29167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163EE880-DDE6-80F0-661D-EFF5F27B6F44}"/>
              </a:ext>
            </a:extLst>
          </p:cNvPr>
          <p:cNvCxnSpPr>
            <a:cxnSpLocks/>
          </p:cNvCxnSpPr>
          <p:nvPr/>
        </p:nvCxnSpPr>
        <p:spPr>
          <a:xfrm>
            <a:off x="9231804" y="4618211"/>
            <a:ext cx="89111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4A0D7B7E-E912-3DFC-1C5D-4906F2A34E3F}"/>
              </a:ext>
            </a:extLst>
          </p:cNvPr>
          <p:cNvSpPr/>
          <p:nvPr/>
        </p:nvSpPr>
        <p:spPr>
          <a:xfrm>
            <a:off x="8818127" y="4194441"/>
            <a:ext cx="413677" cy="8436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FC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B36E4463-331B-B967-D7AB-449B97FBAC72}"/>
              </a:ext>
            </a:extLst>
          </p:cNvPr>
          <p:cNvSpPr/>
          <p:nvPr/>
        </p:nvSpPr>
        <p:spPr>
          <a:xfrm>
            <a:off x="9300552" y="4194441"/>
            <a:ext cx="571088" cy="8436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tanh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사각형: 둥근 모서리 147">
                <a:extLst>
                  <a:ext uri="{FF2B5EF4-FFF2-40B4-BE49-F238E27FC236}">
                    <a16:creationId xmlns:a16="http://schemas.microsoft.com/office/drawing/2014/main" id="{CA27E544-2CEB-2A8E-DE15-B413A0B65366}"/>
                  </a:ext>
                </a:extLst>
              </p:cNvPr>
              <p:cNvSpPr/>
              <p:nvPr/>
            </p:nvSpPr>
            <p:spPr>
              <a:xfrm>
                <a:off x="10122920" y="4194441"/>
                <a:ext cx="648925" cy="84360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280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dirty="0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48" name="사각형: 둥근 모서리 147">
                <a:extLst>
                  <a:ext uri="{FF2B5EF4-FFF2-40B4-BE49-F238E27FC236}">
                    <a16:creationId xmlns:a16="http://schemas.microsoft.com/office/drawing/2014/main" id="{CA27E544-2CEB-2A8E-DE15-B413A0B653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2920" y="4194441"/>
                <a:ext cx="648925" cy="843608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BAAADB99-BF38-3478-666F-07444C3F88B1}"/>
              </a:ext>
            </a:extLst>
          </p:cNvPr>
          <p:cNvCxnSpPr>
            <a:cxnSpLocks/>
          </p:cNvCxnSpPr>
          <p:nvPr/>
        </p:nvCxnSpPr>
        <p:spPr>
          <a:xfrm>
            <a:off x="10778539" y="4618211"/>
            <a:ext cx="29167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AE96353A-6FFA-A708-B8F2-2C5158108DA8}"/>
                  </a:ext>
                </a:extLst>
              </p:cNvPr>
              <p:cNvSpPr/>
              <p:nvPr/>
            </p:nvSpPr>
            <p:spPr>
              <a:xfrm>
                <a:off x="11062488" y="4194441"/>
                <a:ext cx="648925" cy="84360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54" name="사각형: 둥근 모서리 153">
                <a:extLst>
                  <a:ext uri="{FF2B5EF4-FFF2-40B4-BE49-F238E27FC236}">
                    <a16:creationId xmlns:a16="http://schemas.microsoft.com/office/drawing/2014/main" id="{AE96353A-6FFA-A708-B8F2-2C5158108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2488" y="4194441"/>
                <a:ext cx="648925" cy="843608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3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C80D953F-BB77-EAE6-4F82-12B24414367F}"/>
              </a:ext>
            </a:extLst>
          </p:cNvPr>
          <p:cNvGrpSpPr/>
          <p:nvPr/>
        </p:nvGrpSpPr>
        <p:grpSpPr>
          <a:xfrm>
            <a:off x="11109718" y="5038049"/>
            <a:ext cx="542739" cy="1047995"/>
            <a:chOff x="2395444" y="5038049"/>
            <a:chExt cx="542739" cy="1047995"/>
          </a:xfrm>
        </p:grpSpPr>
        <p:cxnSp>
          <p:nvCxnSpPr>
            <p:cNvPr id="156" name="직선 화살표 연결선 155">
              <a:extLst>
                <a:ext uri="{FF2B5EF4-FFF2-40B4-BE49-F238E27FC236}">
                  <a16:creationId xmlns:a16="http://schemas.microsoft.com/office/drawing/2014/main" id="{E4B34701-0DD2-463F-D136-10BF131CB6E6}"/>
                </a:ext>
              </a:extLst>
            </p:cNvPr>
            <p:cNvCxnSpPr/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타원 156">
              <a:extLst>
                <a:ext uri="{FF2B5EF4-FFF2-40B4-BE49-F238E27FC236}">
                  <a16:creationId xmlns:a16="http://schemas.microsoft.com/office/drawing/2014/main" id="{B7CAA402-A8B8-A596-74E4-ECCF73EEE567}"/>
                </a:ext>
              </a:extLst>
            </p:cNvPr>
            <p:cNvSpPr/>
            <p:nvPr/>
          </p:nvSpPr>
          <p:spPr>
            <a:xfrm>
              <a:off x="2395444" y="5543305"/>
              <a:ext cx="542739" cy="542739"/>
            </a:xfrm>
            <a:prstGeom prst="ellipse">
              <a:avLst/>
            </a:prstGeom>
            <a:solidFill>
              <a:srgbClr val="FDB1D7"/>
            </a:solidFill>
            <a:ln>
              <a:solidFill>
                <a:srgbClr val="FA8A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[ ]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CCBFA2C-D0C4-997B-F3F9-4A1EF6C1D9C3}"/>
              </a:ext>
            </a:extLst>
          </p:cNvPr>
          <p:cNvGrpSpPr/>
          <p:nvPr/>
        </p:nvGrpSpPr>
        <p:grpSpPr>
          <a:xfrm>
            <a:off x="11106307" y="3141774"/>
            <a:ext cx="542739" cy="1041910"/>
            <a:chOff x="2395444" y="4485785"/>
            <a:chExt cx="542739" cy="1041910"/>
          </a:xfrm>
        </p:grpSpPr>
        <p:cxnSp>
          <p:nvCxnSpPr>
            <p:cNvPr id="160" name="직선 화살표 연결선 159">
              <a:extLst>
                <a:ext uri="{FF2B5EF4-FFF2-40B4-BE49-F238E27FC236}">
                  <a16:creationId xmlns:a16="http://schemas.microsoft.com/office/drawing/2014/main" id="{7E592F41-3EF4-F561-30F4-7E5FE9FE0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2407" y="5038049"/>
              <a:ext cx="0" cy="48964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03649267-FD40-2FCC-EDEA-0EAEEA7C6D7A}"/>
                    </a:ext>
                  </a:extLst>
                </p:cNvPr>
                <p:cNvSpPr/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180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800" b="0" i="1" dirty="0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1800" b="0" i="1" dirty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6" name="타원 105">
                  <a:extLst>
                    <a:ext uri="{FF2B5EF4-FFF2-40B4-BE49-F238E27FC236}">
                      <a16:creationId xmlns:a16="http://schemas.microsoft.com/office/drawing/2014/main" id="{A60E4F50-B48C-3A55-A5C7-1C9783B924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5444" y="4485785"/>
                  <a:ext cx="542739" cy="542739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2EA7EC9D-E466-0828-108F-4A411BA2D877}"/>
              </a:ext>
            </a:extLst>
          </p:cNvPr>
          <p:cNvSpPr txBox="1"/>
          <p:nvPr/>
        </p:nvSpPr>
        <p:spPr>
          <a:xfrm>
            <a:off x="4869428" y="5040029"/>
            <a:ext cx="745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66" name="연결선: 구부러짐 165">
            <a:extLst>
              <a:ext uri="{FF2B5EF4-FFF2-40B4-BE49-F238E27FC236}">
                <a16:creationId xmlns:a16="http://schemas.microsoft.com/office/drawing/2014/main" id="{03BAF36C-A67F-E251-DB83-F107ADCED401}"/>
              </a:ext>
            </a:extLst>
          </p:cNvPr>
          <p:cNvCxnSpPr>
            <a:cxnSpLocks/>
            <a:stCxn id="56" idx="0"/>
            <a:endCxn id="159" idx="2"/>
          </p:cNvCxnSpPr>
          <p:nvPr/>
        </p:nvCxnSpPr>
        <p:spPr>
          <a:xfrm rot="16200000" flipV="1">
            <a:off x="2137344" y="3169306"/>
            <a:ext cx="1439494" cy="610776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연결선: 구부러짐 172">
            <a:extLst>
              <a:ext uri="{FF2B5EF4-FFF2-40B4-BE49-F238E27FC236}">
                <a16:creationId xmlns:a16="http://schemas.microsoft.com/office/drawing/2014/main" id="{70B778EE-4739-8F15-2446-1344D60DC7B3}"/>
              </a:ext>
            </a:extLst>
          </p:cNvPr>
          <p:cNvCxnSpPr>
            <a:cxnSpLocks/>
            <a:stCxn id="66" idx="0"/>
            <a:endCxn id="159" idx="2"/>
          </p:cNvCxnSpPr>
          <p:nvPr/>
        </p:nvCxnSpPr>
        <p:spPr>
          <a:xfrm rot="16200000" flipV="1">
            <a:off x="3178581" y="2128069"/>
            <a:ext cx="1439494" cy="2693249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11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Summary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0AC867-7296-E365-F82C-DC4DCEADD8BA}"/>
              </a:ext>
            </a:extLst>
          </p:cNvPr>
          <p:cNvSpPr txBox="1"/>
          <p:nvPr/>
        </p:nvSpPr>
        <p:spPr>
          <a:xfrm>
            <a:off x="614178" y="533499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Input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token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7E152-61CF-87D6-7178-226A830EA640}"/>
              </a:ext>
            </a:extLst>
          </p:cNvPr>
          <p:cNvSpPr txBox="1"/>
          <p:nvPr/>
        </p:nvSpPr>
        <p:spPr>
          <a:xfrm>
            <a:off x="549993" y="4449018"/>
            <a:ext cx="152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Hidden state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9E586-8B7B-4A2D-7F68-5EF6D202CE54}"/>
              </a:ext>
            </a:extLst>
          </p:cNvPr>
          <p:cNvSpPr txBox="1"/>
          <p:nvPr/>
        </p:nvSpPr>
        <p:spPr>
          <a:xfrm>
            <a:off x="463868" y="3563040"/>
            <a:ext cx="1785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Attention score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59C71E-F232-B9A8-C1B6-0781FAA1B810}"/>
              </a:ext>
            </a:extLst>
          </p:cNvPr>
          <p:cNvSpPr txBox="1"/>
          <p:nvPr/>
        </p:nvSpPr>
        <p:spPr>
          <a:xfrm>
            <a:off x="435410" y="2750719"/>
            <a:ext cx="175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Attention </a:t>
            </a:r>
            <a:r>
              <a:rPr lang="en-US" altLang="ko-KR" dirty="0" err="1">
                <a:solidFill>
                  <a:schemeClr val="bg1"/>
                </a:solidFill>
              </a:rPr>
              <a:t>coeff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01E46-5DB7-BCC2-12A2-77F46131C9C1}"/>
              </a:ext>
            </a:extLst>
          </p:cNvPr>
          <p:cNvSpPr txBox="1"/>
          <p:nvPr/>
        </p:nvSpPr>
        <p:spPr>
          <a:xfrm>
            <a:off x="424028" y="1605424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Attention value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D3FE14E-74F0-52D6-EBD7-FDCD82C6F460}"/>
              </a:ext>
            </a:extLst>
          </p:cNvPr>
          <p:cNvSpPr/>
          <p:nvPr/>
        </p:nvSpPr>
        <p:spPr>
          <a:xfrm>
            <a:off x="2589816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are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FF0338-26B9-B3C1-D871-A2EAE00AEABB}"/>
              </a:ext>
            </a:extLst>
          </p:cNvPr>
          <p:cNvSpPr/>
          <p:nvPr/>
        </p:nvSpPr>
        <p:spPr>
          <a:xfrm>
            <a:off x="3628103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you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B22834B-4944-8F51-4788-BA68E60F8726}"/>
              </a:ext>
            </a:extLst>
          </p:cNvPr>
          <p:cNvSpPr/>
          <p:nvPr/>
        </p:nvSpPr>
        <p:spPr>
          <a:xfrm>
            <a:off x="4666390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still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676223-C1AD-A3C1-C96C-0A8AB7B817D9}"/>
              </a:ext>
            </a:extLst>
          </p:cNvPr>
          <p:cNvSpPr/>
          <p:nvPr/>
        </p:nvSpPr>
        <p:spPr>
          <a:xfrm>
            <a:off x="5709592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A41D39-45EB-C318-03BA-A1960A0E02DB}"/>
              </a:ext>
            </a:extLst>
          </p:cNvPr>
          <p:cNvSpPr/>
          <p:nvPr/>
        </p:nvSpPr>
        <p:spPr>
          <a:xfrm>
            <a:off x="6752794" y="5334996"/>
            <a:ext cx="821978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home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4755D73-83A6-2847-E8F8-642646ACCEBF}"/>
              </a:ext>
            </a:extLst>
          </p:cNvPr>
          <p:cNvCxnSpPr>
            <a:cxnSpLocks/>
          </p:cNvCxnSpPr>
          <p:nvPr/>
        </p:nvCxnSpPr>
        <p:spPr>
          <a:xfrm flipV="1">
            <a:off x="2985500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219A6EF-3FA8-875F-4A87-8EE765E6A7F7}"/>
              </a:ext>
            </a:extLst>
          </p:cNvPr>
          <p:cNvCxnSpPr>
            <a:cxnSpLocks/>
          </p:cNvCxnSpPr>
          <p:nvPr/>
        </p:nvCxnSpPr>
        <p:spPr>
          <a:xfrm flipV="1">
            <a:off x="4029686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2FBF5E0-B085-CDED-0E54-A34A62CBE021}"/>
              </a:ext>
            </a:extLst>
          </p:cNvPr>
          <p:cNvCxnSpPr>
            <a:cxnSpLocks/>
          </p:cNvCxnSpPr>
          <p:nvPr/>
        </p:nvCxnSpPr>
        <p:spPr>
          <a:xfrm flipV="1">
            <a:off x="5056174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EDE2370-951F-B3E9-8F89-9EFAE4290409}"/>
              </a:ext>
            </a:extLst>
          </p:cNvPr>
          <p:cNvCxnSpPr>
            <a:cxnSpLocks/>
          </p:cNvCxnSpPr>
          <p:nvPr/>
        </p:nvCxnSpPr>
        <p:spPr>
          <a:xfrm flipV="1">
            <a:off x="6096000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6784067-C236-5CF7-64FF-0B21349EA203}"/>
              </a:ext>
            </a:extLst>
          </p:cNvPr>
          <p:cNvCxnSpPr>
            <a:cxnSpLocks/>
          </p:cNvCxnSpPr>
          <p:nvPr/>
        </p:nvCxnSpPr>
        <p:spPr>
          <a:xfrm flipV="1">
            <a:off x="7175582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094355A-DD69-714D-1D58-143B0438808D}"/>
              </a:ext>
            </a:extLst>
          </p:cNvPr>
          <p:cNvSpPr/>
          <p:nvPr/>
        </p:nvSpPr>
        <p:spPr>
          <a:xfrm>
            <a:off x="2661037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55D945D-8698-B14A-3815-D13704A06332}"/>
              </a:ext>
            </a:extLst>
          </p:cNvPr>
          <p:cNvSpPr/>
          <p:nvPr/>
        </p:nvSpPr>
        <p:spPr>
          <a:xfrm>
            <a:off x="3705223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61F57E9-2D4F-0212-AD32-C90F51CE4572}"/>
              </a:ext>
            </a:extLst>
          </p:cNvPr>
          <p:cNvSpPr/>
          <p:nvPr/>
        </p:nvSpPr>
        <p:spPr>
          <a:xfrm>
            <a:off x="4728334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1350A36-0DA4-8342-71E0-872261B6BF58}"/>
              </a:ext>
            </a:extLst>
          </p:cNvPr>
          <p:cNvSpPr/>
          <p:nvPr/>
        </p:nvSpPr>
        <p:spPr>
          <a:xfrm>
            <a:off x="5771536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9AD37441-73E4-F9A9-AD30-D6FE91F16085}"/>
              </a:ext>
            </a:extLst>
          </p:cNvPr>
          <p:cNvSpPr/>
          <p:nvPr/>
        </p:nvSpPr>
        <p:spPr>
          <a:xfrm>
            <a:off x="6839320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023790D1-9AAD-DCF0-8578-7DCCDD3FE46C}"/>
              </a:ext>
            </a:extLst>
          </p:cNvPr>
          <p:cNvSpPr/>
          <p:nvPr/>
        </p:nvSpPr>
        <p:spPr>
          <a:xfrm>
            <a:off x="2836314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A05F643D-150B-907C-733B-E1BA4766120A}"/>
              </a:ext>
            </a:extLst>
          </p:cNvPr>
          <p:cNvSpPr/>
          <p:nvPr/>
        </p:nvSpPr>
        <p:spPr>
          <a:xfrm>
            <a:off x="3881081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136CC24E-E781-5CA2-9BA7-29746294DE91}"/>
              </a:ext>
            </a:extLst>
          </p:cNvPr>
          <p:cNvSpPr/>
          <p:nvPr/>
        </p:nvSpPr>
        <p:spPr>
          <a:xfrm>
            <a:off x="4902046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7357B050-B840-A4C8-2B23-F270CA4C7626}"/>
              </a:ext>
            </a:extLst>
          </p:cNvPr>
          <p:cNvSpPr/>
          <p:nvPr/>
        </p:nvSpPr>
        <p:spPr>
          <a:xfrm>
            <a:off x="5946813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15ADFBD8-56FD-7038-106A-B7D69F01E00B}"/>
              </a:ext>
            </a:extLst>
          </p:cNvPr>
          <p:cNvSpPr/>
          <p:nvPr/>
        </p:nvSpPr>
        <p:spPr>
          <a:xfrm>
            <a:off x="7014597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A0E24168-F093-90F6-79BA-B7CE67561BE4}"/>
              </a:ext>
            </a:extLst>
          </p:cNvPr>
          <p:cNvCxnSpPr>
            <a:cxnSpLocks/>
          </p:cNvCxnSpPr>
          <p:nvPr/>
        </p:nvCxnSpPr>
        <p:spPr>
          <a:xfrm flipV="1">
            <a:off x="2985500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56716BEC-2251-DDC4-06E5-714BD2390781}"/>
              </a:ext>
            </a:extLst>
          </p:cNvPr>
          <p:cNvCxnSpPr>
            <a:cxnSpLocks/>
          </p:cNvCxnSpPr>
          <p:nvPr/>
        </p:nvCxnSpPr>
        <p:spPr>
          <a:xfrm flipV="1">
            <a:off x="4036011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9244FCF8-38EF-EB77-52B5-499B00E46446}"/>
              </a:ext>
            </a:extLst>
          </p:cNvPr>
          <p:cNvCxnSpPr>
            <a:cxnSpLocks/>
          </p:cNvCxnSpPr>
          <p:nvPr/>
        </p:nvCxnSpPr>
        <p:spPr>
          <a:xfrm flipV="1">
            <a:off x="5052082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E31F81F9-555E-1FAE-7CEA-07F9D1C02182}"/>
              </a:ext>
            </a:extLst>
          </p:cNvPr>
          <p:cNvCxnSpPr>
            <a:cxnSpLocks/>
          </p:cNvCxnSpPr>
          <p:nvPr/>
        </p:nvCxnSpPr>
        <p:spPr>
          <a:xfrm flipV="1">
            <a:off x="6098231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B33357E1-0F2E-F860-B323-55CF10CECC83}"/>
              </a:ext>
            </a:extLst>
          </p:cNvPr>
          <p:cNvCxnSpPr>
            <a:cxnSpLocks/>
          </p:cNvCxnSpPr>
          <p:nvPr/>
        </p:nvCxnSpPr>
        <p:spPr>
          <a:xfrm flipV="1">
            <a:off x="7175582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14EFFBF3-D235-AF0A-DB60-DDE01F43FAD1}"/>
              </a:ext>
            </a:extLst>
          </p:cNvPr>
          <p:cNvCxnSpPr>
            <a:cxnSpLocks/>
          </p:cNvCxnSpPr>
          <p:nvPr/>
        </p:nvCxnSpPr>
        <p:spPr>
          <a:xfrm flipV="1">
            <a:off x="2985500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4D661A8D-B36A-CA9A-CD07-C0EB53B83B9C}"/>
              </a:ext>
            </a:extLst>
          </p:cNvPr>
          <p:cNvCxnSpPr>
            <a:cxnSpLocks/>
          </p:cNvCxnSpPr>
          <p:nvPr/>
        </p:nvCxnSpPr>
        <p:spPr>
          <a:xfrm flipV="1">
            <a:off x="4029686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8389AD02-656A-2AAE-CC37-110115EBB80D}"/>
              </a:ext>
            </a:extLst>
          </p:cNvPr>
          <p:cNvCxnSpPr>
            <a:cxnSpLocks/>
          </p:cNvCxnSpPr>
          <p:nvPr/>
        </p:nvCxnSpPr>
        <p:spPr>
          <a:xfrm flipV="1">
            <a:off x="5056174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8FE9ECB6-AC5D-04A3-527E-ABF25393F9DE}"/>
              </a:ext>
            </a:extLst>
          </p:cNvPr>
          <p:cNvCxnSpPr>
            <a:cxnSpLocks/>
          </p:cNvCxnSpPr>
          <p:nvPr/>
        </p:nvCxnSpPr>
        <p:spPr>
          <a:xfrm flipV="1">
            <a:off x="6096000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087DA8E2-247B-E9B2-4A1F-69B0778407BF}"/>
              </a:ext>
            </a:extLst>
          </p:cNvPr>
          <p:cNvCxnSpPr>
            <a:cxnSpLocks/>
          </p:cNvCxnSpPr>
          <p:nvPr/>
        </p:nvCxnSpPr>
        <p:spPr>
          <a:xfrm flipV="1">
            <a:off x="7175582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84B85DA-7381-F7A7-A611-C6EC852B8D2D}"/>
              </a:ext>
            </a:extLst>
          </p:cNvPr>
          <p:cNvCxnSpPr/>
          <p:nvPr/>
        </p:nvCxnSpPr>
        <p:spPr>
          <a:xfrm>
            <a:off x="2501326" y="3051496"/>
            <a:ext cx="522682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414FA26-C31B-2BA8-6F28-C4A600FE239E}"/>
              </a:ext>
            </a:extLst>
          </p:cNvPr>
          <p:cNvSpPr/>
          <p:nvPr/>
        </p:nvSpPr>
        <p:spPr>
          <a:xfrm>
            <a:off x="2860549" y="2762372"/>
            <a:ext cx="249898" cy="25871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D628C67-20B1-1A9F-B89F-3FE73A3200DC}"/>
              </a:ext>
            </a:extLst>
          </p:cNvPr>
          <p:cNvSpPr/>
          <p:nvPr/>
        </p:nvSpPr>
        <p:spPr>
          <a:xfrm>
            <a:off x="3904736" y="2868672"/>
            <a:ext cx="249898" cy="15241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32AF5CC-A025-4C0C-8568-C97F546771DB}"/>
              </a:ext>
            </a:extLst>
          </p:cNvPr>
          <p:cNvSpPr/>
          <p:nvPr/>
        </p:nvSpPr>
        <p:spPr>
          <a:xfrm>
            <a:off x="4927346" y="2442338"/>
            <a:ext cx="249898" cy="57875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4AFB4C5-1D33-4CC8-0400-76FE98477691}"/>
              </a:ext>
            </a:extLst>
          </p:cNvPr>
          <p:cNvSpPr/>
          <p:nvPr/>
        </p:nvSpPr>
        <p:spPr>
          <a:xfrm>
            <a:off x="5971533" y="2968814"/>
            <a:ext cx="249898" cy="5227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B9410A40-BB94-B0E9-F55C-A4CE1453092A}"/>
              </a:ext>
            </a:extLst>
          </p:cNvPr>
          <p:cNvSpPr/>
          <p:nvPr/>
        </p:nvSpPr>
        <p:spPr>
          <a:xfrm>
            <a:off x="7038832" y="2968814"/>
            <a:ext cx="249898" cy="5227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6F60570F-7FE1-F163-2B17-97B99662BF1B}"/>
              </a:ext>
            </a:extLst>
          </p:cNvPr>
          <p:cNvCxnSpPr/>
          <p:nvPr/>
        </p:nvCxnSpPr>
        <p:spPr>
          <a:xfrm>
            <a:off x="3315486" y="4687037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EC4DE64-0E5C-D62B-2FF7-1F2B8D0480CE}"/>
              </a:ext>
            </a:extLst>
          </p:cNvPr>
          <p:cNvCxnSpPr/>
          <p:nvPr/>
        </p:nvCxnSpPr>
        <p:spPr>
          <a:xfrm>
            <a:off x="4354148" y="4687037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E980F577-2DBD-4B16-21C0-0D0B3AD20EB6}"/>
              </a:ext>
            </a:extLst>
          </p:cNvPr>
          <p:cNvCxnSpPr/>
          <p:nvPr/>
        </p:nvCxnSpPr>
        <p:spPr>
          <a:xfrm>
            <a:off x="5381799" y="4687037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45E86B1D-2618-0576-C6D8-419648444092}"/>
              </a:ext>
            </a:extLst>
          </p:cNvPr>
          <p:cNvCxnSpPr>
            <a:cxnSpLocks/>
          </p:cNvCxnSpPr>
          <p:nvPr/>
        </p:nvCxnSpPr>
        <p:spPr>
          <a:xfrm>
            <a:off x="6420461" y="4687037"/>
            <a:ext cx="41885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8EE70389-DB2C-01A2-5F3B-D0E03F81BFFB}"/>
              </a:ext>
            </a:extLst>
          </p:cNvPr>
          <p:cNvCxnSpPr>
            <a:cxnSpLocks/>
          </p:cNvCxnSpPr>
          <p:nvPr/>
        </p:nvCxnSpPr>
        <p:spPr>
          <a:xfrm>
            <a:off x="7488245" y="4687037"/>
            <a:ext cx="58797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D40A3CDF-EE46-9CEB-C6FB-E3F8FAB1CCE7}"/>
              </a:ext>
            </a:extLst>
          </p:cNvPr>
          <p:cNvSpPr/>
          <p:nvPr/>
        </p:nvSpPr>
        <p:spPr>
          <a:xfrm>
            <a:off x="8076217" y="4437397"/>
            <a:ext cx="648925" cy="4932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800" dirty="0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370A6DA-ED31-1ACC-914D-EC699668C65C}"/>
              </a:ext>
            </a:extLst>
          </p:cNvPr>
          <p:cNvSpPr/>
          <p:nvPr/>
        </p:nvSpPr>
        <p:spPr>
          <a:xfrm>
            <a:off x="7989690" y="5334996"/>
            <a:ext cx="821978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FC6DC1DB-48F1-D47B-4111-781920EB994C}"/>
              </a:ext>
            </a:extLst>
          </p:cNvPr>
          <p:cNvCxnSpPr>
            <a:cxnSpLocks/>
          </p:cNvCxnSpPr>
          <p:nvPr/>
        </p:nvCxnSpPr>
        <p:spPr>
          <a:xfrm flipV="1">
            <a:off x="8402646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FC42E64-EDB0-2176-55DB-3965E70D9A1C}"/>
              </a:ext>
            </a:extLst>
          </p:cNvPr>
          <p:cNvSpPr/>
          <p:nvPr/>
        </p:nvSpPr>
        <p:spPr>
          <a:xfrm>
            <a:off x="4728334" y="1554116"/>
            <a:ext cx="648925" cy="4719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DE3D50F-8A39-2D33-3430-EB47D3EB86F5}"/>
              </a:ext>
            </a:extLst>
          </p:cNvPr>
          <p:cNvCxnSpPr>
            <a:endCxn id="131" idx="2"/>
          </p:cNvCxnSpPr>
          <p:nvPr/>
        </p:nvCxnSpPr>
        <p:spPr>
          <a:xfrm flipV="1">
            <a:off x="2976223" y="2026064"/>
            <a:ext cx="2076574" cy="7246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644FE05-537A-EF77-89CC-F1148FCDDF87}"/>
              </a:ext>
            </a:extLst>
          </p:cNvPr>
          <p:cNvCxnSpPr>
            <a:cxnSpLocks/>
            <a:stCxn id="117" idx="0"/>
          </p:cNvCxnSpPr>
          <p:nvPr/>
        </p:nvCxnSpPr>
        <p:spPr>
          <a:xfrm flipV="1">
            <a:off x="4029685" y="2035115"/>
            <a:ext cx="1021545" cy="8335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883BA1C0-EBFF-6D54-01EF-169BA6689E45}"/>
              </a:ext>
            </a:extLst>
          </p:cNvPr>
          <p:cNvCxnSpPr>
            <a:stCxn id="118" idx="0"/>
            <a:endCxn id="131" idx="2"/>
          </p:cNvCxnSpPr>
          <p:nvPr/>
        </p:nvCxnSpPr>
        <p:spPr>
          <a:xfrm flipV="1">
            <a:off x="5052295" y="2026064"/>
            <a:ext cx="502" cy="4162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83548EC3-105E-F136-A904-67E57AF6D048}"/>
              </a:ext>
            </a:extLst>
          </p:cNvPr>
          <p:cNvCxnSpPr>
            <a:stCxn id="119" idx="0"/>
            <a:endCxn id="131" idx="2"/>
          </p:cNvCxnSpPr>
          <p:nvPr/>
        </p:nvCxnSpPr>
        <p:spPr>
          <a:xfrm flipH="1" flipV="1">
            <a:off x="5052797" y="2026064"/>
            <a:ext cx="1043685" cy="9427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2B3507B3-5245-40C9-38E7-1293DB5B81B3}"/>
              </a:ext>
            </a:extLst>
          </p:cNvPr>
          <p:cNvCxnSpPr>
            <a:stCxn id="120" idx="0"/>
            <a:endCxn id="131" idx="2"/>
          </p:cNvCxnSpPr>
          <p:nvPr/>
        </p:nvCxnSpPr>
        <p:spPr>
          <a:xfrm flipH="1" flipV="1">
            <a:off x="5052797" y="2026064"/>
            <a:ext cx="2110984" cy="9427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D7B8F5BA-F10F-A8BE-6AED-9CCC2C53C725}"/>
              </a:ext>
            </a:extLst>
          </p:cNvPr>
          <p:cNvCxnSpPr>
            <a:cxnSpLocks/>
            <a:stCxn id="131" idx="3"/>
          </p:cNvCxnSpPr>
          <p:nvPr/>
        </p:nvCxnSpPr>
        <p:spPr>
          <a:xfrm>
            <a:off x="5377259" y="1790090"/>
            <a:ext cx="3023421" cy="2165770"/>
          </a:xfrm>
          <a:prstGeom prst="curvedConnector2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A01D6505-EEBD-408F-3086-BD5F29579C5A}"/>
              </a:ext>
            </a:extLst>
          </p:cNvPr>
          <p:cNvCxnSpPr>
            <a:cxnSpLocks/>
          </p:cNvCxnSpPr>
          <p:nvPr/>
        </p:nvCxnSpPr>
        <p:spPr>
          <a:xfrm>
            <a:off x="8725142" y="4687037"/>
            <a:ext cx="38936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330F8E9D-3160-DF39-2606-80726EEA5C92}"/>
              </a:ext>
            </a:extLst>
          </p:cNvPr>
          <p:cNvSpPr/>
          <p:nvPr/>
        </p:nvSpPr>
        <p:spPr>
          <a:xfrm>
            <a:off x="9113207" y="4437397"/>
            <a:ext cx="648925" cy="4932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800" dirty="0"/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90439E24-77CC-CC01-0CB2-3ECA3EC8128C}"/>
              </a:ext>
            </a:extLst>
          </p:cNvPr>
          <p:cNvCxnSpPr>
            <a:cxnSpLocks/>
          </p:cNvCxnSpPr>
          <p:nvPr/>
        </p:nvCxnSpPr>
        <p:spPr>
          <a:xfrm flipV="1">
            <a:off x="8402913" y="2808093"/>
            <a:ext cx="0" cy="115189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69CA7736-7EC2-C992-C8CD-C3E6D0A2A79D}"/>
                  </a:ext>
                </a:extLst>
              </p:cNvPr>
              <p:cNvSpPr/>
              <p:nvPr/>
            </p:nvSpPr>
            <p:spPr>
              <a:xfrm>
                <a:off x="8129309" y="2259892"/>
                <a:ext cx="542739" cy="542739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8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18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69CA7736-7EC2-C992-C8CD-C3E6D0A2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309" y="2259892"/>
                <a:ext cx="542739" cy="54273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D0FD3207-1107-13D1-5A70-EE2D1522AEB7}"/>
              </a:ext>
            </a:extLst>
          </p:cNvPr>
          <p:cNvCxnSpPr>
            <a:cxnSpLocks/>
          </p:cNvCxnSpPr>
          <p:nvPr/>
        </p:nvCxnSpPr>
        <p:spPr>
          <a:xfrm flipV="1">
            <a:off x="8402913" y="1493219"/>
            <a:ext cx="0" cy="7666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FCCBE2A3-1E27-DD70-19AF-938F444EDF2A}"/>
              </a:ext>
            </a:extLst>
          </p:cNvPr>
          <p:cNvSpPr/>
          <p:nvPr/>
        </p:nvSpPr>
        <p:spPr>
          <a:xfrm>
            <a:off x="7858921" y="1123887"/>
            <a:ext cx="1083513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todavia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408D63D3-40FD-4D4E-4A08-69495C101EDD}"/>
              </a:ext>
            </a:extLst>
          </p:cNvPr>
          <p:cNvCxnSpPr>
            <a:stCxn id="128" idx="0"/>
            <a:endCxn id="70" idx="5"/>
          </p:cNvCxnSpPr>
          <p:nvPr/>
        </p:nvCxnSpPr>
        <p:spPr>
          <a:xfrm flipH="1" flipV="1">
            <a:off x="3090988" y="3853195"/>
            <a:ext cx="5309692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461B1258-AA49-AF07-AA8A-E9C39024B002}"/>
              </a:ext>
            </a:extLst>
          </p:cNvPr>
          <p:cNvCxnSpPr>
            <a:stCxn id="128" idx="0"/>
            <a:endCxn id="71" idx="5"/>
          </p:cNvCxnSpPr>
          <p:nvPr/>
        </p:nvCxnSpPr>
        <p:spPr>
          <a:xfrm flipH="1" flipV="1">
            <a:off x="4135755" y="3853195"/>
            <a:ext cx="4264925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DB145D53-F9C9-5D88-B67B-603BFDFFB9A0}"/>
              </a:ext>
            </a:extLst>
          </p:cNvPr>
          <p:cNvCxnSpPr>
            <a:stCxn id="128" idx="0"/>
            <a:endCxn id="72" idx="5"/>
          </p:cNvCxnSpPr>
          <p:nvPr/>
        </p:nvCxnSpPr>
        <p:spPr>
          <a:xfrm flipH="1" flipV="1">
            <a:off x="5156720" y="3853195"/>
            <a:ext cx="3243960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화살표 연결선 168">
            <a:extLst>
              <a:ext uri="{FF2B5EF4-FFF2-40B4-BE49-F238E27FC236}">
                <a16:creationId xmlns:a16="http://schemas.microsoft.com/office/drawing/2014/main" id="{629C31F5-B457-B887-60B1-2C86D5038A1F}"/>
              </a:ext>
            </a:extLst>
          </p:cNvPr>
          <p:cNvCxnSpPr>
            <a:cxnSpLocks/>
            <a:endCxn id="73" idx="5"/>
          </p:cNvCxnSpPr>
          <p:nvPr/>
        </p:nvCxnSpPr>
        <p:spPr>
          <a:xfrm flipH="1" flipV="1">
            <a:off x="6201487" y="3853195"/>
            <a:ext cx="2199193" cy="574613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1739C849-75F9-8076-DC68-D37B466E996A}"/>
              </a:ext>
            </a:extLst>
          </p:cNvPr>
          <p:cNvCxnSpPr>
            <a:stCxn id="128" idx="0"/>
            <a:endCxn id="74" idx="5"/>
          </p:cNvCxnSpPr>
          <p:nvPr/>
        </p:nvCxnSpPr>
        <p:spPr>
          <a:xfrm flipH="1" flipV="1">
            <a:off x="7269271" y="3853195"/>
            <a:ext cx="1131409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F97058CC-1B18-3F51-4D30-9530E2CDE528}"/>
              </a:ext>
            </a:extLst>
          </p:cNvPr>
          <p:cNvSpPr/>
          <p:nvPr/>
        </p:nvSpPr>
        <p:spPr>
          <a:xfrm>
            <a:off x="8075503" y="3966486"/>
            <a:ext cx="648925" cy="4719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2551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Summary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0AC867-7296-E365-F82C-DC4DCEADD8BA}"/>
              </a:ext>
            </a:extLst>
          </p:cNvPr>
          <p:cNvSpPr txBox="1"/>
          <p:nvPr/>
        </p:nvSpPr>
        <p:spPr>
          <a:xfrm>
            <a:off x="614178" y="533499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Input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token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7E152-61CF-87D6-7178-226A830EA640}"/>
              </a:ext>
            </a:extLst>
          </p:cNvPr>
          <p:cNvSpPr txBox="1"/>
          <p:nvPr/>
        </p:nvSpPr>
        <p:spPr>
          <a:xfrm>
            <a:off x="549993" y="4449018"/>
            <a:ext cx="152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Hidden state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D9E586-8B7B-4A2D-7F68-5EF6D202CE54}"/>
              </a:ext>
            </a:extLst>
          </p:cNvPr>
          <p:cNvSpPr txBox="1"/>
          <p:nvPr/>
        </p:nvSpPr>
        <p:spPr>
          <a:xfrm>
            <a:off x="463868" y="3563040"/>
            <a:ext cx="1785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Attention score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59C71E-F232-B9A8-C1B6-0781FAA1B810}"/>
              </a:ext>
            </a:extLst>
          </p:cNvPr>
          <p:cNvSpPr txBox="1"/>
          <p:nvPr/>
        </p:nvSpPr>
        <p:spPr>
          <a:xfrm>
            <a:off x="435410" y="2750719"/>
            <a:ext cx="175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Attention </a:t>
            </a:r>
            <a:r>
              <a:rPr lang="en-US" altLang="ko-KR" dirty="0" err="1">
                <a:solidFill>
                  <a:schemeClr val="bg1"/>
                </a:solidFill>
              </a:rPr>
              <a:t>coeff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01E46-5DB7-BCC2-12A2-77F46131C9C1}"/>
              </a:ext>
            </a:extLst>
          </p:cNvPr>
          <p:cNvSpPr txBox="1"/>
          <p:nvPr/>
        </p:nvSpPr>
        <p:spPr>
          <a:xfrm>
            <a:off x="424028" y="1605424"/>
            <a:ext cx="1777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Attention value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D3FE14E-74F0-52D6-EBD7-FDCD82C6F460}"/>
              </a:ext>
            </a:extLst>
          </p:cNvPr>
          <p:cNvSpPr/>
          <p:nvPr/>
        </p:nvSpPr>
        <p:spPr>
          <a:xfrm>
            <a:off x="2589816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are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2FF0338-26B9-B3C1-D871-A2EAE00AEABB}"/>
              </a:ext>
            </a:extLst>
          </p:cNvPr>
          <p:cNvSpPr/>
          <p:nvPr/>
        </p:nvSpPr>
        <p:spPr>
          <a:xfrm>
            <a:off x="3628103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you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B22834B-4944-8F51-4788-BA68E60F8726}"/>
              </a:ext>
            </a:extLst>
          </p:cNvPr>
          <p:cNvSpPr/>
          <p:nvPr/>
        </p:nvSpPr>
        <p:spPr>
          <a:xfrm>
            <a:off x="4666390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still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676223-C1AD-A3C1-C96C-0A8AB7B817D9}"/>
              </a:ext>
            </a:extLst>
          </p:cNvPr>
          <p:cNvSpPr/>
          <p:nvPr/>
        </p:nvSpPr>
        <p:spPr>
          <a:xfrm>
            <a:off x="5709592" y="5334996"/>
            <a:ext cx="772815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at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AA41D39-45EB-C318-03BA-A1960A0E02DB}"/>
              </a:ext>
            </a:extLst>
          </p:cNvPr>
          <p:cNvSpPr/>
          <p:nvPr/>
        </p:nvSpPr>
        <p:spPr>
          <a:xfrm>
            <a:off x="6752794" y="5334996"/>
            <a:ext cx="821978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home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4755D73-83A6-2847-E8F8-642646ACCEBF}"/>
              </a:ext>
            </a:extLst>
          </p:cNvPr>
          <p:cNvCxnSpPr>
            <a:cxnSpLocks/>
          </p:cNvCxnSpPr>
          <p:nvPr/>
        </p:nvCxnSpPr>
        <p:spPr>
          <a:xfrm flipV="1">
            <a:off x="2985500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219A6EF-3FA8-875F-4A87-8EE765E6A7F7}"/>
              </a:ext>
            </a:extLst>
          </p:cNvPr>
          <p:cNvCxnSpPr>
            <a:cxnSpLocks/>
          </p:cNvCxnSpPr>
          <p:nvPr/>
        </p:nvCxnSpPr>
        <p:spPr>
          <a:xfrm flipV="1">
            <a:off x="4029686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D2FBF5E0-B085-CDED-0E54-A34A62CBE021}"/>
              </a:ext>
            </a:extLst>
          </p:cNvPr>
          <p:cNvCxnSpPr>
            <a:cxnSpLocks/>
          </p:cNvCxnSpPr>
          <p:nvPr/>
        </p:nvCxnSpPr>
        <p:spPr>
          <a:xfrm flipV="1">
            <a:off x="5056174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BEDE2370-951F-B3E9-8F89-9EFAE4290409}"/>
              </a:ext>
            </a:extLst>
          </p:cNvPr>
          <p:cNvCxnSpPr>
            <a:cxnSpLocks/>
          </p:cNvCxnSpPr>
          <p:nvPr/>
        </p:nvCxnSpPr>
        <p:spPr>
          <a:xfrm flipV="1">
            <a:off x="6096000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6784067-C236-5CF7-64FF-0B21349EA203}"/>
              </a:ext>
            </a:extLst>
          </p:cNvPr>
          <p:cNvCxnSpPr>
            <a:cxnSpLocks/>
          </p:cNvCxnSpPr>
          <p:nvPr/>
        </p:nvCxnSpPr>
        <p:spPr>
          <a:xfrm flipV="1">
            <a:off x="7175582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094355A-DD69-714D-1D58-143B0438808D}"/>
              </a:ext>
            </a:extLst>
          </p:cNvPr>
          <p:cNvSpPr/>
          <p:nvPr/>
        </p:nvSpPr>
        <p:spPr>
          <a:xfrm>
            <a:off x="2661037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55D945D-8698-B14A-3815-D13704A06332}"/>
              </a:ext>
            </a:extLst>
          </p:cNvPr>
          <p:cNvSpPr/>
          <p:nvPr/>
        </p:nvSpPr>
        <p:spPr>
          <a:xfrm>
            <a:off x="3705223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61F57E9-2D4F-0212-AD32-C90F51CE4572}"/>
              </a:ext>
            </a:extLst>
          </p:cNvPr>
          <p:cNvSpPr/>
          <p:nvPr/>
        </p:nvSpPr>
        <p:spPr>
          <a:xfrm>
            <a:off x="4728334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21350A36-0DA4-8342-71E0-872261B6BF58}"/>
              </a:ext>
            </a:extLst>
          </p:cNvPr>
          <p:cNvSpPr/>
          <p:nvPr/>
        </p:nvSpPr>
        <p:spPr>
          <a:xfrm>
            <a:off x="5771536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9AD37441-73E4-F9A9-AD30-D6FE91F16085}"/>
              </a:ext>
            </a:extLst>
          </p:cNvPr>
          <p:cNvSpPr/>
          <p:nvPr/>
        </p:nvSpPr>
        <p:spPr>
          <a:xfrm>
            <a:off x="6839320" y="4448024"/>
            <a:ext cx="648925" cy="471948"/>
          </a:xfrm>
          <a:prstGeom prst="round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023790D1-9AAD-DCF0-8578-7DCCDD3FE46C}"/>
              </a:ext>
            </a:extLst>
          </p:cNvPr>
          <p:cNvSpPr/>
          <p:nvPr/>
        </p:nvSpPr>
        <p:spPr>
          <a:xfrm>
            <a:off x="2836314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A05F643D-150B-907C-733B-E1BA4766120A}"/>
              </a:ext>
            </a:extLst>
          </p:cNvPr>
          <p:cNvSpPr/>
          <p:nvPr/>
        </p:nvSpPr>
        <p:spPr>
          <a:xfrm>
            <a:off x="3881081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136CC24E-E781-5CA2-9BA7-29746294DE91}"/>
              </a:ext>
            </a:extLst>
          </p:cNvPr>
          <p:cNvSpPr/>
          <p:nvPr/>
        </p:nvSpPr>
        <p:spPr>
          <a:xfrm>
            <a:off x="4902046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7357B050-B840-A4C8-2B23-F270CA4C7626}"/>
              </a:ext>
            </a:extLst>
          </p:cNvPr>
          <p:cNvSpPr/>
          <p:nvPr/>
        </p:nvSpPr>
        <p:spPr>
          <a:xfrm>
            <a:off x="5946813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15ADFBD8-56FD-7038-106A-B7D69F01E00B}"/>
              </a:ext>
            </a:extLst>
          </p:cNvPr>
          <p:cNvSpPr/>
          <p:nvPr/>
        </p:nvSpPr>
        <p:spPr>
          <a:xfrm>
            <a:off x="7014597" y="3598521"/>
            <a:ext cx="298369" cy="29836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A0E24168-F093-90F6-79BA-B7CE67561BE4}"/>
              </a:ext>
            </a:extLst>
          </p:cNvPr>
          <p:cNvCxnSpPr>
            <a:cxnSpLocks/>
          </p:cNvCxnSpPr>
          <p:nvPr/>
        </p:nvCxnSpPr>
        <p:spPr>
          <a:xfrm flipV="1">
            <a:off x="2985500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56716BEC-2251-DDC4-06E5-714BD2390781}"/>
              </a:ext>
            </a:extLst>
          </p:cNvPr>
          <p:cNvCxnSpPr>
            <a:cxnSpLocks/>
          </p:cNvCxnSpPr>
          <p:nvPr/>
        </p:nvCxnSpPr>
        <p:spPr>
          <a:xfrm flipV="1">
            <a:off x="4036011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9244FCF8-38EF-EB77-52B5-499B00E46446}"/>
              </a:ext>
            </a:extLst>
          </p:cNvPr>
          <p:cNvCxnSpPr>
            <a:cxnSpLocks/>
          </p:cNvCxnSpPr>
          <p:nvPr/>
        </p:nvCxnSpPr>
        <p:spPr>
          <a:xfrm flipV="1">
            <a:off x="5052082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E31F81F9-555E-1FAE-7CEA-07F9D1C02182}"/>
              </a:ext>
            </a:extLst>
          </p:cNvPr>
          <p:cNvCxnSpPr>
            <a:cxnSpLocks/>
          </p:cNvCxnSpPr>
          <p:nvPr/>
        </p:nvCxnSpPr>
        <p:spPr>
          <a:xfrm flipV="1">
            <a:off x="6098231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B33357E1-0F2E-F860-B323-55CF10CECC83}"/>
              </a:ext>
            </a:extLst>
          </p:cNvPr>
          <p:cNvCxnSpPr>
            <a:cxnSpLocks/>
          </p:cNvCxnSpPr>
          <p:nvPr/>
        </p:nvCxnSpPr>
        <p:spPr>
          <a:xfrm flipV="1">
            <a:off x="7175582" y="4005662"/>
            <a:ext cx="0" cy="44236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14EFFBF3-D235-AF0A-DB60-DDE01F43FAD1}"/>
              </a:ext>
            </a:extLst>
          </p:cNvPr>
          <p:cNvCxnSpPr>
            <a:cxnSpLocks/>
          </p:cNvCxnSpPr>
          <p:nvPr/>
        </p:nvCxnSpPr>
        <p:spPr>
          <a:xfrm flipV="1">
            <a:off x="2985500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4D661A8D-B36A-CA9A-CD07-C0EB53B83B9C}"/>
              </a:ext>
            </a:extLst>
          </p:cNvPr>
          <p:cNvCxnSpPr>
            <a:cxnSpLocks/>
          </p:cNvCxnSpPr>
          <p:nvPr/>
        </p:nvCxnSpPr>
        <p:spPr>
          <a:xfrm flipV="1">
            <a:off x="4029686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8389AD02-656A-2AAE-CC37-110115EBB80D}"/>
              </a:ext>
            </a:extLst>
          </p:cNvPr>
          <p:cNvCxnSpPr>
            <a:cxnSpLocks/>
          </p:cNvCxnSpPr>
          <p:nvPr/>
        </p:nvCxnSpPr>
        <p:spPr>
          <a:xfrm flipV="1">
            <a:off x="5056174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8FE9ECB6-AC5D-04A3-527E-ABF25393F9DE}"/>
              </a:ext>
            </a:extLst>
          </p:cNvPr>
          <p:cNvCxnSpPr>
            <a:cxnSpLocks/>
          </p:cNvCxnSpPr>
          <p:nvPr/>
        </p:nvCxnSpPr>
        <p:spPr>
          <a:xfrm flipV="1">
            <a:off x="6096000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087DA8E2-247B-E9B2-4A1F-69B0778407BF}"/>
              </a:ext>
            </a:extLst>
          </p:cNvPr>
          <p:cNvCxnSpPr>
            <a:cxnSpLocks/>
          </p:cNvCxnSpPr>
          <p:nvPr/>
        </p:nvCxnSpPr>
        <p:spPr>
          <a:xfrm flipV="1">
            <a:off x="7175582" y="3234321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84B85DA-7381-F7A7-A611-C6EC852B8D2D}"/>
              </a:ext>
            </a:extLst>
          </p:cNvPr>
          <p:cNvCxnSpPr/>
          <p:nvPr/>
        </p:nvCxnSpPr>
        <p:spPr>
          <a:xfrm>
            <a:off x="2501326" y="3051496"/>
            <a:ext cx="522682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1414FA26-C31B-2BA8-6F28-C4A600FE239E}"/>
              </a:ext>
            </a:extLst>
          </p:cNvPr>
          <p:cNvSpPr/>
          <p:nvPr/>
        </p:nvSpPr>
        <p:spPr>
          <a:xfrm>
            <a:off x="2860549" y="2442338"/>
            <a:ext cx="249898" cy="57875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CD628C67-20B1-1A9F-B89F-3FE73A3200DC}"/>
              </a:ext>
            </a:extLst>
          </p:cNvPr>
          <p:cNvSpPr/>
          <p:nvPr/>
        </p:nvSpPr>
        <p:spPr>
          <a:xfrm>
            <a:off x="3904736" y="2312170"/>
            <a:ext cx="249898" cy="70891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32AF5CC-A025-4C0C-8568-C97F546771DB}"/>
              </a:ext>
            </a:extLst>
          </p:cNvPr>
          <p:cNvSpPr/>
          <p:nvPr/>
        </p:nvSpPr>
        <p:spPr>
          <a:xfrm>
            <a:off x="4927346" y="2968814"/>
            <a:ext cx="249898" cy="522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4AFB4C5-1D33-4CC8-0400-76FE98477691}"/>
              </a:ext>
            </a:extLst>
          </p:cNvPr>
          <p:cNvSpPr/>
          <p:nvPr/>
        </p:nvSpPr>
        <p:spPr>
          <a:xfrm>
            <a:off x="5971533" y="2968814"/>
            <a:ext cx="249898" cy="5227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B9410A40-BB94-B0E9-F55C-A4CE1453092A}"/>
              </a:ext>
            </a:extLst>
          </p:cNvPr>
          <p:cNvSpPr/>
          <p:nvPr/>
        </p:nvSpPr>
        <p:spPr>
          <a:xfrm>
            <a:off x="7038832" y="2968814"/>
            <a:ext cx="249898" cy="5227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화살표 연결선 120">
            <a:extLst>
              <a:ext uri="{FF2B5EF4-FFF2-40B4-BE49-F238E27FC236}">
                <a16:creationId xmlns:a16="http://schemas.microsoft.com/office/drawing/2014/main" id="{6F60570F-7FE1-F163-2B17-97B99662BF1B}"/>
              </a:ext>
            </a:extLst>
          </p:cNvPr>
          <p:cNvCxnSpPr/>
          <p:nvPr/>
        </p:nvCxnSpPr>
        <p:spPr>
          <a:xfrm>
            <a:off x="3315486" y="4687037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EC4DE64-0E5C-D62B-2FF7-1F2B8D0480CE}"/>
              </a:ext>
            </a:extLst>
          </p:cNvPr>
          <p:cNvCxnSpPr/>
          <p:nvPr/>
        </p:nvCxnSpPr>
        <p:spPr>
          <a:xfrm>
            <a:off x="4354148" y="4687037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E980F577-2DBD-4B16-21C0-0D0B3AD20EB6}"/>
              </a:ext>
            </a:extLst>
          </p:cNvPr>
          <p:cNvCxnSpPr/>
          <p:nvPr/>
        </p:nvCxnSpPr>
        <p:spPr>
          <a:xfrm>
            <a:off x="5381799" y="4687037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45E86B1D-2618-0576-C6D8-419648444092}"/>
              </a:ext>
            </a:extLst>
          </p:cNvPr>
          <p:cNvCxnSpPr>
            <a:cxnSpLocks/>
          </p:cNvCxnSpPr>
          <p:nvPr/>
        </p:nvCxnSpPr>
        <p:spPr>
          <a:xfrm>
            <a:off x="6420461" y="4687037"/>
            <a:ext cx="418859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8EE70389-DB2C-01A2-5F3B-D0E03F81BFFB}"/>
              </a:ext>
            </a:extLst>
          </p:cNvPr>
          <p:cNvCxnSpPr>
            <a:cxnSpLocks/>
          </p:cNvCxnSpPr>
          <p:nvPr/>
        </p:nvCxnSpPr>
        <p:spPr>
          <a:xfrm>
            <a:off x="7488245" y="4687037"/>
            <a:ext cx="587972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D40A3CDF-EE46-9CEB-C6FB-E3F8FAB1CCE7}"/>
              </a:ext>
            </a:extLst>
          </p:cNvPr>
          <p:cNvSpPr/>
          <p:nvPr/>
        </p:nvSpPr>
        <p:spPr>
          <a:xfrm>
            <a:off x="8076217" y="4437397"/>
            <a:ext cx="648925" cy="4932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800" dirty="0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370A6DA-ED31-1ACC-914D-EC699668C65C}"/>
              </a:ext>
            </a:extLst>
          </p:cNvPr>
          <p:cNvSpPr/>
          <p:nvPr/>
        </p:nvSpPr>
        <p:spPr>
          <a:xfrm>
            <a:off x="7989690" y="5334996"/>
            <a:ext cx="821978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start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FC6DC1DB-48F1-D47B-4111-781920EB994C}"/>
              </a:ext>
            </a:extLst>
          </p:cNvPr>
          <p:cNvCxnSpPr>
            <a:cxnSpLocks/>
          </p:cNvCxnSpPr>
          <p:nvPr/>
        </p:nvCxnSpPr>
        <p:spPr>
          <a:xfrm flipV="1">
            <a:off x="8402646" y="5002653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FC42E64-EDB0-2176-55DB-3965E70D9A1C}"/>
              </a:ext>
            </a:extLst>
          </p:cNvPr>
          <p:cNvSpPr/>
          <p:nvPr/>
        </p:nvSpPr>
        <p:spPr>
          <a:xfrm>
            <a:off x="4728334" y="1554116"/>
            <a:ext cx="648925" cy="4719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DDE3D50F-8A39-2D33-3430-EB47D3EB86F5}"/>
              </a:ext>
            </a:extLst>
          </p:cNvPr>
          <p:cNvCxnSpPr>
            <a:cxnSpLocks/>
            <a:stCxn id="116" idx="0"/>
            <a:endCxn id="131" idx="2"/>
          </p:cNvCxnSpPr>
          <p:nvPr/>
        </p:nvCxnSpPr>
        <p:spPr>
          <a:xfrm flipV="1">
            <a:off x="2985498" y="2026064"/>
            <a:ext cx="2067299" cy="41627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E644FE05-537A-EF77-89CC-F1148FCDDF87}"/>
              </a:ext>
            </a:extLst>
          </p:cNvPr>
          <p:cNvCxnSpPr>
            <a:cxnSpLocks/>
            <a:stCxn id="117" idx="0"/>
          </p:cNvCxnSpPr>
          <p:nvPr/>
        </p:nvCxnSpPr>
        <p:spPr>
          <a:xfrm flipV="1">
            <a:off x="4029685" y="2035115"/>
            <a:ext cx="1021545" cy="27705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883BA1C0-EBFF-6D54-01EF-169BA6689E45}"/>
              </a:ext>
            </a:extLst>
          </p:cNvPr>
          <p:cNvCxnSpPr>
            <a:cxnSpLocks/>
            <a:stCxn id="118" idx="0"/>
            <a:endCxn id="131" idx="2"/>
          </p:cNvCxnSpPr>
          <p:nvPr/>
        </p:nvCxnSpPr>
        <p:spPr>
          <a:xfrm flipV="1">
            <a:off x="5052295" y="2026064"/>
            <a:ext cx="502" cy="9427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83548EC3-105E-F136-A904-67E57AF6D048}"/>
              </a:ext>
            </a:extLst>
          </p:cNvPr>
          <p:cNvCxnSpPr>
            <a:stCxn id="119" idx="0"/>
            <a:endCxn id="131" idx="2"/>
          </p:cNvCxnSpPr>
          <p:nvPr/>
        </p:nvCxnSpPr>
        <p:spPr>
          <a:xfrm flipH="1" flipV="1">
            <a:off x="5052797" y="2026064"/>
            <a:ext cx="1043685" cy="9427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2B3507B3-5245-40C9-38E7-1293DB5B81B3}"/>
              </a:ext>
            </a:extLst>
          </p:cNvPr>
          <p:cNvCxnSpPr>
            <a:stCxn id="120" idx="0"/>
            <a:endCxn id="131" idx="2"/>
          </p:cNvCxnSpPr>
          <p:nvPr/>
        </p:nvCxnSpPr>
        <p:spPr>
          <a:xfrm flipH="1" flipV="1">
            <a:off x="5052797" y="2026064"/>
            <a:ext cx="2110984" cy="9427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C7FDAE14-D5A7-B8F6-7C95-9B5C21BD6760}"/>
              </a:ext>
            </a:extLst>
          </p:cNvPr>
          <p:cNvSpPr/>
          <p:nvPr/>
        </p:nvSpPr>
        <p:spPr>
          <a:xfrm>
            <a:off x="8076217" y="3955860"/>
            <a:ext cx="648925" cy="4719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D7B8F5BA-F10F-A8BE-6AED-9CCC2C53C725}"/>
              </a:ext>
            </a:extLst>
          </p:cNvPr>
          <p:cNvCxnSpPr>
            <a:cxnSpLocks/>
            <a:stCxn id="131" idx="3"/>
            <a:endCxn id="85" idx="0"/>
          </p:cNvCxnSpPr>
          <p:nvPr/>
        </p:nvCxnSpPr>
        <p:spPr>
          <a:xfrm>
            <a:off x="5377259" y="1790090"/>
            <a:ext cx="4060411" cy="2165770"/>
          </a:xfrm>
          <a:prstGeom prst="curvedConnector2">
            <a:avLst/>
          </a:prstGeom>
          <a:ln w="190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A01D6505-EEBD-408F-3086-BD5F29579C5A}"/>
              </a:ext>
            </a:extLst>
          </p:cNvPr>
          <p:cNvCxnSpPr>
            <a:cxnSpLocks/>
          </p:cNvCxnSpPr>
          <p:nvPr/>
        </p:nvCxnSpPr>
        <p:spPr>
          <a:xfrm>
            <a:off x="8725142" y="4687037"/>
            <a:ext cx="38936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330F8E9D-3160-DF39-2606-80726EEA5C92}"/>
              </a:ext>
            </a:extLst>
          </p:cNvPr>
          <p:cNvSpPr/>
          <p:nvPr/>
        </p:nvSpPr>
        <p:spPr>
          <a:xfrm>
            <a:off x="9113207" y="4437397"/>
            <a:ext cx="648925" cy="4932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800" dirty="0"/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90439E24-77CC-CC01-0CB2-3ECA3EC8128C}"/>
              </a:ext>
            </a:extLst>
          </p:cNvPr>
          <p:cNvCxnSpPr>
            <a:cxnSpLocks/>
          </p:cNvCxnSpPr>
          <p:nvPr/>
        </p:nvCxnSpPr>
        <p:spPr>
          <a:xfrm flipV="1">
            <a:off x="8402913" y="2808093"/>
            <a:ext cx="0" cy="115189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69CA7736-7EC2-C992-C8CD-C3E6D0A2A79D}"/>
                  </a:ext>
                </a:extLst>
              </p:cNvPr>
              <p:cNvSpPr/>
              <p:nvPr/>
            </p:nvSpPr>
            <p:spPr>
              <a:xfrm>
                <a:off x="8129309" y="2259892"/>
                <a:ext cx="542739" cy="542739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8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18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69CA7736-7EC2-C992-C8CD-C3E6D0A2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309" y="2259892"/>
                <a:ext cx="542739" cy="542739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D0FD3207-1107-13D1-5A70-EE2D1522AEB7}"/>
              </a:ext>
            </a:extLst>
          </p:cNvPr>
          <p:cNvCxnSpPr>
            <a:cxnSpLocks/>
          </p:cNvCxnSpPr>
          <p:nvPr/>
        </p:nvCxnSpPr>
        <p:spPr>
          <a:xfrm flipV="1">
            <a:off x="8402913" y="1493219"/>
            <a:ext cx="0" cy="7666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FCCBE2A3-1E27-DD70-19AF-938F444EDF2A}"/>
              </a:ext>
            </a:extLst>
          </p:cNvPr>
          <p:cNvSpPr/>
          <p:nvPr/>
        </p:nvSpPr>
        <p:spPr>
          <a:xfrm>
            <a:off x="7858921" y="1123887"/>
            <a:ext cx="1083513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todavia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C61CE3A-D1D4-B2F6-3D42-4C4E449AE5DE}"/>
              </a:ext>
            </a:extLst>
          </p:cNvPr>
          <p:cNvSpPr/>
          <p:nvPr/>
        </p:nvSpPr>
        <p:spPr>
          <a:xfrm>
            <a:off x="8907791" y="5334996"/>
            <a:ext cx="1083513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todavia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6EDDF1FC-2BF3-EAB3-0FEE-C6AE68562BC9}"/>
              </a:ext>
            </a:extLst>
          </p:cNvPr>
          <p:cNvCxnSpPr>
            <a:cxnSpLocks/>
          </p:cNvCxnSpPr>
          <p:nvPr/>
        </p:nvCxnSpPr>
        <p:spPr>
          <a:xfrm flipV="1">
            <a:off x="9443404" y="5002652"/>
            <a:ext cx="0" cy="31714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432D738-8651-D90B-044D-E34A85D7FA2B}"/>
              </a:ext>
            </a:extLst>
          </p:cNvPr>
          <p:cNvCxnSpPr>
            <a:cxnSpLocks/>
            <a:stCxn id="153" idx="0"/>
          </p:cNvCxnSpPr>
          <p:nvPr/>
        </p:nvCxnSpPr>
        <p:spPr>
          <a:xfrm flipH="1" flipV="1">
            <a:off x="3090988" y="3853195"/>
            <a:ext cx="6346682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A864F98C-5BED-21DF-66FC-04C76A1CA47B}"/>
              </a:ext>
            </a:extLst>
          </p:cNvPr>
          <p:cNvCxnSpPr>
            <a:cxnSpLocks/>
            <a:stCxn id="153" idx="0"/>
          </p:cNvCxnSpPr>
          <p:nvPr/>
        </p:nvCxnSpPr>
        <p:spPr>
          <a:xfrm flipH="1" flipV="1">
            <a:off x="4135755" y="3853195"/>
            <a:ext cx="5301915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E45E1F8D-9EAF-BF07-8EAD-0ECC9A13EC6E}"/>
              </a:ext>
            </a:extLst>
          </p:cNvPr>
          <p:cNvCxnSpPr>
            <a:cxnSpLocks/>
            <a:stCxn id="153" idx="0"/>
          </p:cNvCxnSpPr>
          <p:nvPr/>
        </p:nvCxnSpPr>
        <p:spPr>
          <a:xfrm flipH="1" flipV="1">
            <a:off x="5156720" y="3853195"/>
            <a:ext cx="4280950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43F44DA-A585-519C-C076-A72AC28CF12E}"/>
              </a:ext>
            </a:extLst>
          </p:cNvPr>
          <p:cNvCxnSpPr>
            <a:cxnSpLocks/>
            <a:stCxn id="153" idx="0"/>
          </p:cNvCxnSpPr>
          <p:nvPr/>
        </p:nvCxnSpPr>
        <p:spPr>
          <a:xfrm flipH="1" flipV="1">
            <a:off x="6201487" y="3853195"/>
            <a:ext cx="3236183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BCD7F99E-1E58-17E3-B30C-3F8312D7018B}"/>
              </a:ext>
            </a:extLst>
          </p:cNvPr>
          <p:cNvCxnSpPr>
            <a:cxnSpLocks/>
            <a:stCxn id="153" idx="0"/>
          </p:cNvCxnSpPr>
          <p:nvPr/>
        </p:nvCxnSpPr>
        <p:spPr>
          <a:xfrm flipH="1" flipV="1">
            <a:off x="7269271" y="3853195"/>
            <a:ext cx="2168399" cy="584202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5F2F67D-CBE1-B2BE-4F72-F251DD539958}"/>
              </a:ext>
            </a:extLst>
          </p:cNvPr>
          <p:cNvSpPr/>
          <p:nvPr/>
        </p:nvSpPr>
        <p:spPr>
          <a:xfrm>
            <a:off x="9113207" y="3955860"/>
            <a:ext cx="648925" cy="47194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sz="2000" dirty="0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7EA7E8AF-E3AA-8511-AB7A-125A90CF3B79}"/>
              </a:ext>
            </a:extLst>
          </p:cNvPr>
          <p:cNvCxnSpPr>
            <a:cxnSpLocks/>
          </p:cNvCxnSpPr>
          <p:nvPr/>
        </p:nvCxnSpPr>
        <p:spPr>
          <a:xfrm flipV="1">
            <a:off x="9442139" y="2808093"/>
            <a:ext cx="0" cy="115189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타원 87">
                <a:extLst>
                  <a:ext uri="{FF2B5EF4-FFF2-40B4-BE49-F238E27FC236}">
                    <a16:creationId xmlns:a16="http://schemas.microsoft.com/office/drawing/2014/main" id="{616C35E2-89E2-C976-E8EA-D1983A4E6F02}"/>
                  </a:ext>
                </a:extLst>
              </p:cNvPr>
              <p:cNvSpPr/>
              <p:nvPr/>
            </p:nvSpPr>
            <p:spPr>
              <a:xfrm>
                <a:off x="9168535" y="2259892"/>
                <a:ext cx="542739" cy="542739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80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800" b="0" i="1" dirty="0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1800" b="0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8" name="타원 87">
                <a:extLst>
                  <a:ext uri="{FF2B5EF4-FFF2-40B4-BE49-F238E27FC236}">
                    <a16:creationId xmlns:a16="http://schemas.microsoft.com/office/drawing/2014/main" id="{616C35E2-89E2-C976-E8EA-D1983A4E6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535" y="2259892"/>
                <a:ext cx="542739" cy="54273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4011B1F9-0A92-263A-90AA-04E52CFF2EED}"/>
              </a:ext>
            </a:extLst>
          </p:cNvPr>
          <p:cNvCxnSpPr>
            <a:cxnSpLocks/>
          </p:cNvCxnSpPr>
          <p:nvPr/>
        </p:nvCxnSpPr>
        <p:spPr>
          <a:xfrm flipV="1">
            <a:off x="9437489" y="1493219"/>
            <a:ext cx="0" cy="76667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8493C95A-CFED-E33A-F372-BF4BAC1E11C5}"/>
              </a:ext>
            </a:extLst>
          </p:cNvPr>
          <p:cNvSpPr/>
          <p:nvPr/>
        </p:nvSpPr>
        <p:spPr>
          <a:xfrm>
            <a:off x="9005587" y="1123887"/>
            <a:ext cx="863803" cy="369332"/>
          </a:xfrm>
          <a:prstGeom prst="roundRect">
            <a:avLst/>
          </a:prstGeom>
          <a:solidFill>
            <a:srgbClr val="FDB1D7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estan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58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ATTENTION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Summary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A00699-5178-465A-9F3F-130CF1431F70}"/>
              </a:ext>
            </a:extLst>
          </p:cNvPr>
          <p:cNvSpPr/>
          <p:nvPr/>
        </p:nvSpPr>
        <p:spPr>
          <a:xfrm>
            <a:off x="2688684" y="2347774"/>
            <a:ext cx="6814631" cy="2162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Attention?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Query(Q) :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decoder hidden state</a:t>
            </a:r>
            <a:endParaRPr lang="en-US" altLang="ko-K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rgbClr val="FFFF00"/>
                </a:solidFill>
              </a:rPr>
              <a:t>Key(K)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,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Value(V)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 : encoder hidden state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Attention Value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 : encoder hidden state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의 가중 평균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(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가중 합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Weight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 : decoder hidden state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와의 유사도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04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FA00699-5178-465A-9F3F-130CF1431F70}"/>
                  </a:ext>
                </a:extLst>
              </p:cNvPr>
              <p:cNvSpPr/>
              <p:nvPr/>
            </p:nvSpPr>
            <p:spPr>
              <a:xfrm>
                <a:off x="794352" y="1639851"/>
                <a:ext cx="8225762" cy="4269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5DDFE"/>
                    </a:solidFill>
                  </a:rPr>
                  <a:t>Transformer?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[Main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idea]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Attention mechanism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을 사용</a:t>
                </a: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Input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으로 들어오는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embedding vector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를 문맥을 반영한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vector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로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transform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[Query, Key, Value]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Input token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으로부터 직접 만들어 사용</a:t>
                </a: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Linear weight(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)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으로 적절한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Query, Key, Value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를 </a:t>
                </a:r>
                <a:r>
                  <a:rPr lang="ko-KR" altLang="en-US" dirty="0" err="1">
                    <a:solidFill>
                      <a:prstClr val="white">
                        <a:lumMod val="65000"/>
                      </a:prstClr>
                    </a:solidFill>
                  </a:rPr>
                  <a:t>만들어냄</a:t>
                </a: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)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는 각각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Query, Key, Value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를 잘 표현하는 방향으로 학습</a:t>
                </a: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ko-KR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FA00699-5178-465A-9F3F-130CF1431F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52" y="1639851"/>
                <a:ext cx="8225762" cy="4269310"/>
              </a:xfrm>
              <a:prstGeom prst="rect">
                <a:avLst/>
              </a:prstGeom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84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6">
            <a:extLst>
              <a:ext uri="{FF2B5EF4-FFF2-40B4-BE49-F238E27FC236}">
                <a16:creationId xmlns:a16="http://schemas.microsoft.com/office/drawing/2014/main" id="{B862D53A-E36A-BA4F-D7DF-4E129DC1A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94906"/>
              </p:ext>
            </p:extLst>
          </p:nvPr>
        </p:nvGraphicFramePr>
        <p:xfrm>
          <a:off x="960646" y="3686447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3F44DD-B430-DC76-AD1E-DA08D0610E09}"/>
              </a:ext>
            </a:extLst>
          </p:cNvPr>
          <p:cNvSpPr txBox="1"/>
          <p:nvPr/>
        </p:nvSpPr>
        <p:spPr>
          <a:xfrm>
            <a:off x="1349130" y="3259760"/>
            <a:ext cx="29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DB1D7"/>
                </a:solidFill>
              </a:rPr>
              <a:t>x</a:t>
            </a:r>
            <a:endParaRPr lang="ko-KR" altLang="en-US" dirty="0">
              <a:solidFill>
                <a:srgbClr val="FDB1D7"/>
              </a:solidFill>
            </a:endParaRP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DE3EA377-0350-C0BC-90E7-39BA3BA41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30332"/>
              </p:ext>
            </p:extLst>
          </p:nvPr>
        </p:nvGraphicFramePr>
        <p:xfrm>
          <a:off x="3078365" y="1490640"/>
          <a:ext cx="453442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1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1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8D774B-71EC-7627-B8C6-F2343B6BC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400572"/>
              </p:ext>
            </p:extLst>
          </p:nvPr>
        </p:nvGraphicFramePr>
        <p:xfrm>
          <a:off x="3078365" y="3243711"/>
          <a:ext cx="453450" cy="120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5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5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5949442-7D49-4800-2F0F-A28F3311C4CE}"/>
              </a:ext>
            </a:extLst>
          </p:cNvPr>
          <p:cNvSpPr txBox="1"/>
          <p:nvPr/>
        </p:nvSpPr>
        <p:spPr>
          <a:xfrm>
            <a:off x="3025877" y="2890428"/>
            <a:ext cx="55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Key</a:t>
            </a:r>
            <a:endParaRPr lang="ko-KR" altLang="en-US" dirty="0">
              <a:solidFill>
                <a:srgbClr val="FFFF00"/>
              </a:solidFill>
            </a:endParaRPr>
          </a:p>
        </p:txBody>
      </p:sp>
      <p:graphicFrame>
        <p:nvGraphicFramePr>
          <p:cNvPr id="11" name="표 8">
            <a:extLst>
              <a:ext uri="{FF2B5EF4-FFF2-40B4-BE49-F238E27FC236}">
                <a16:creationId xmlns:a16="http://schemas.microsoft.com/office/drawing/2014/main" id="{6EC1B579-EDD3-613F-34BE-17681846A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097079"/>
              </p:ext>
            </p:extLst>
          </p:nvPr>
        </p:nvGraphicFramePr>
        <p:xfrm>
          <a:off x="3078365" y="5082816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10AE3D2-BF60-ADD9-75CF-D33050AB5215}"/>
              </a:ext>
            </a:extLst>
          </p:cNvPr>
          <p:cNvSpPr txBox="1"/>
          <p:nvPr/>
        </p:nvSpPr>
        <p:spPr>
          <a:xfrm>
            <a:off x="2930594" y="4766659"/>
            <a:ext cx="74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14" name="표 56">
            <a:extLst>
              <a:ext uri="{FF2B5EF4-FFF2-40B4-BE49-F238E27FC236}">
                <a16:creationId xmlns:a16="http://schemas.microsoft.com/office/drawing/2014/main" id="{ED342F59-D121-2483-1B8C-7B7FAAE91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875411"/>
              </p:ext>
            </p:extLst>
          </p:nvPr>
        </p:nvGraphicFramePr>
        <p:xfrm>
          <a:off x="4389784" y="1941636"/>
          <a:ext cx="639108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54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19554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194FCFB6-CFEC-C1DD-694D-D8383CE7E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186822"/>
              </p:ext>
            </p:extLst>
          </p:nvPr>
        </p:nvGraphicFramePr>
        <p:xfrm>
          <a:off x="4389784" y="3694707"/>
          <a:ext cx="63646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3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1823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59BC720-F2F9-C17C-77E8-C4BCFD0E5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234294"/>
              </p:ext>
            </p:extLst>
          </p:nvPr>
        </p:nvGraphicFramePr>
        <p:xfrm>
          <a:off x="4389784" y="5526488"/>
          <a:ext cx="63646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33">
                  <a:extLst>
                    <a:ext uri="{9D8B030D-6E8A-4147-A177-3AD203B41FA5}">
                      <a16:colId xmlns:a16="http://schemas.microsoft.com/office/drawing/2014/main" val="3601714833"/>
                    </a:ext>
                  </a:extLst>
                </a:gridCol>
                <a:gridCol w="318233">
                  <a:extLst>
                    <a:ext uri="{9D8B030D-6E8A-4147-A177-3AD203B41FA5}">
                      <a16:colId xmlns:a16="http://schemas.microsoft.com/office/drawing/2014/main" val="1967983884"/>
                    </a:ext>
                  </a:extLst>
                </a:gridCol>
              </a:tblGrid>
              <a:tr h="285895">
                <a:tc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05714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359C2CD-B725-9AFB-215B-C7399061FAA4}"/>
              </a:ext>
            </a:extLst>
          </p:cNvPr>
          <p:cNvSpPr txBox="1"/>
          <p:nvPr/>
        </p:nvSpPr>
        <p:spPr>
          <a:xfrm>
            <a:off x="4199264" y="1511765"/>
            <a:ext cx="1029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srgbClr val="00B0F0"/>
                </a:solidFill>
              </a:rPr>
              <a:t>Query_x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830735-35E6-0C72-88C0-3F875A7409B7}"/>
              </a:ext>
            </a:extLst>
          </p:cNvPr>
          <p:cNvSpPr txBox="1"/>
          <p:nvPr/>
        </p:nvSpPr>
        <p:spPr>
          <a:xfrm>
            <a:off x="4327976" y="3288914"/>
            <a:ext cx="76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srgbClr val="FFFF00"/>
                </a:solidFill>
              </a:rPr>
              <a:t>Key_x</a:t>
            </a:r>
            <a:endParaRPr lang="ko-KR" altLang="en-US" sz="1600" dirty="0">
              <a:solidFill>
                <a:srgbClr val="FFFF0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1BC915-F92C-4A8D-6B32-E144861C24FF}"/>
              </a:ext>
            </a:extLst>
          </p:cNvPr>
          <p:cNvSpPr txBox="1"/>
          <p:nvPr/>
        </p:nvSpPr>
        <p:spPr>
          <a:xfrm>
            <a:off x="4232694" y="5163394"/>
            <a:ext cx="9506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Value_x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6CC557F-2E2F-3EF7-A230-AAB28B786487}"/>
              </a:ext>
            </a:extLst>
          </p:cNvPr>
          <p:cNvCxnSpPr>
            <a:cxnSpLocks/>
          </p:cNvCxnSpPr>
          <p:nvPr/>
        </p:nvCxnSpPr>
        <p:spPr>
          <a:xfrm>
            <a:off x="3817721" y="2094036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14F4CF78-6C96-65F0-9D45-D5C1F21B080C}"/>
              </a:ext>
            </a:extLst>
          </p:cNvPr>
          <p:cNvCxnSpPr>
            <a:cxnSpLocks/>
          </p:cNvCxnSpPr>
          <p:nvPr/>
        </p:nvCxnSpPr>
        <p:spPr>
          <a:xfrm>
            <a:off x="3817720" y="3847107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AFFDCE5-CEC8-C3AF-907C-C91470B8261E}"/>
              </a:ext>
            </a:extLst>
          </p:cNvPr>
          <p:cNvCxnSpPr>
            <a:cxnSpLocks/>
          </p:cNvCxnSpPr>
          <p:nvPr/>
        </p:nvCxnSpPr>
        <p:spPr>
          <a:xfrm>
            <a:off x="3817720" y="5660718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262464BB-F6A5-B249-BC68-C2A6644B0935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 flipV="1">
            <a:off x="2029682" y="2094036"/>
            <a:ext cx="1048683" cy="1753071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3CBF731-8460-1CE5-A3A1-67BA8B6F49E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2029682" y="3847107"/>
            <a:ext cx="1048683" cy="6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2FA26BA1-FFBA-62A2-6D09-AC26C0854D71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2029682" y="3847107"/>
            <a:ext cx="1048683" cy="1839105"/>
          </a:xfrm>
          <a:prstGeom prst="straightConnector1">
            <a:avLst/>
          </a:prstGeom>
          <a:ln w="190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44370B7-082E-7BF9-780F-AA641EC97409}"/>
              </a:ext>
            </a:extLst>
          </p:cNvPr>
          <p:cNvSpPr txBox="1"/>
          <p:nvPr/>
        </p:nvSpPr>
        <p:spPr>
          <a:xfrm>
            <a:off x="2890999" y="1063953"/>
            <a:ext cx="82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Query</a:t>
            </a:r>
            <a:endParaRPr lang="ko-KR" alt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4D065A2-8C25-C51D-E085-D48A916B57C0}"/>
                  </a:ext>
                </a:extLst>
              </p:cNvPr>
              <p:cNvSpPr txBox="1"/>
              <p:nvPr/>
            </p:nvSpPr>
            <p:spPr>
              <a:xfrm>
                <a:off x="2010011" y="2626271"/>
                <a:ext cx="554895" cy="38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4D065A2-8C25-C51D-E085-D48A916B5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011" y="2626271"/>
                <a:ext cx="554895" cy="388889"/>
              </a:xfrm>
              <a:prstGeom prst="rect">
                <a:avLst/>
              </a:prstGeom>
              <a:blipFill>
                <a:blip r:embed="rId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FC23827-A9F3-6AD2-8472-DF707A4F3703}"/>
                  </a:ext>
                </a:extLst>
              </p:cNvPr>
              <p:cNvSpPr txBox="1"/>
              <p:nvPr/>
            </p:nvSpPr>
            <p:spPr>
              <a:xfrm>
                <a:off x="2347467" y="3486895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FC23827-A9F3-6AD2-8472-DF707A4F3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467" y="3486895"/>
                <a:ext cx="554895" cy="36933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2B70A46-6DB9-9FCD-7064-916455B1DB33}"/>
                  </a:ext>
                </a:extLst>
              </p:cNvPr>
              <p:cNvSpPr txBox="1"/>
              <p:nvPr/>
            </p:nvSpPr>
            <p:spPr>
              <a:xfrm>
                <a:off x="2128805" y="4714344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2B70A46-6DB9-9FCD-7064-916455B1D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05" y="4714344"/>
                <a:ext cx="55489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DEB5EB6C-1AED-87D3-DEC5-3BB76CC6A7F5}"/>
                  </a:ext>
                </a:extLst>
              </p:cNvPr>
              <p:cNvSpPr/>
              <p:nvPr/>
            </p:nvSpPr>
            <p:spPr>
              <a:xfrm>
                <a:off x="7270085" y="5831288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id="{DEB5EB6C-1AED-87D3-DEC5-3BB76CC6A7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085" y="5831288"/>
                <a:ext cx="772815" cy="369332"/>
              </a:xfrm>
              <a:prstGeom prst="roundRect">
                <a:avLst/>
              </a:prstGeom>
              <a:blipFill>
                <a:blip r:embed="rId5"/>
                <a:stretch>
                  <a:fillRect b="-1613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사각형: 둥근 모서리 82">
                <a:extLst>
                  <a:ext uri="{FF2B5EF4-FFF2-40B4-BE49-F238E27FC236}">
                    <a16:creationId xmlns:a16="http://schemas.microsoft.com/office/drawing/2014/main" id="{7A9B291A-A7F7-2799-8B52-E7571653E14C}"/>
                  </a:ext>
                </a:extLst>
              </p:cNvPr>
              <p:cNvSpPr/>
              <p:nvPr/>
            </p:nvSpPr>
            <p:spPr>
              <a:xfrm>
                <a:off x="8817193" y="5831288"/>
                <a:ext cx="772815" cy="369332"/>
              </a:xfrm>
              <a:prstGeom prst="roundRect">
                <a:avLst/>
              </a:prstGeom>
              <a:solidFill>
                <a:srgbClr val="FDB1D7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3" name="사각형: 둥근 모서리 82">
                <a:extLst>
                  <a:ext uri="{FF2B5EF4-FFF2-40B4-BE49-F238E27FC236}">
                    <a16:creationId xmlns:a16="http://schemas.microsoft.com/office/drawing/2014/main" id="{7A9B291A-A7F7-2799-8B52-E7571653E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193" y="5831288"/>
                <a:ext cx="772815" cy="369332"/>
              </a:xfrm>
              <a:prstGeom prst="roundRect">
                <a:avLst/>
              </a:prstGeom>
              <a:blipFill>
                <a:blip r:embed="rId6"/>
                <a:stretch>
                  <a:fillRect b="-1613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2B0AE2A1-E2A8-5D90-5A49-3E63A61D31DB}"/>
                  </a:ext>
                </a:extLst>
              </p:cNvPr>
              <p:cNvSpPr/>
              <p:nvPr/>
            </p:nvSpPr>
            <p:spPr>
              <a:xfrm>
                <a:off x="10367892" y="5831288"/>
                <a:ext cx="772815" cy="369332"/>
              </a:xfrm>
              <a:prstGeom prst="roundRect">
                <a:avLst/>
              </a:prstGeom>
              <a:solidFill>
                <a:srgbClr val="FDB1D7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2B0AE2A1-E2A8-5D90-5A49-3E63A61D3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892" y="5831288"/>
                <a:ext cx="772815" cy="369332"/>
              </a:xfrm>
              <a:prstGeom prst="roundRect">
                <a:avLst/>
              </a:prstGeom>
              <a:blipFill>
                <a:blip r:embed="rId7"/>
                <a:stretch>
                  <a:fillRect b="-1613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사각형: 둥근 모서리 84">
                <a:extLst>
                  <a:ext uri="{FF2B5EF4-FFF2-40B4-BE49-F238E27FC236}">
                    <a16:creationId xmlns:a16="http://schemas.microsoft.com/office/drawing/2014/main" id="{63232468-B980-EA46-3E9D-F5CEF19B5156}"/>
                  </a:ext>
                </a:extLst>
              </p:cNvPr>
              <p:cNvSpPr/>
              <p:nvPr/>
            </p:nvSpPr>
            <p:spPr>
              <a:xfrm>
                <a:off x="7332029" y="4863189"/>
                <a:ext cx="648925" cy="471948"/>
              </a:xfrm>
              <a:prstGeom prst="round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5" name="사각형: 둥근 모서리 84">
                <a:extLst>
                  <a:ext uri="{FF2B5EF4-FFF2-40B4-BE49-F238E27FC236}">
                    <a16:creationId xmlns:a16="http://schemas.microsoft.com/office/drawing/2014/main" id="{63232468-B980-EA46-3E9D-F5CEF19B5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029" y="4863189"/>
                <a:ext cx="648925" cy="47194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6EE7CF30-C1A5-F43B-3020-DDC5190320FB}"/>
                  </a:ext>
                </a:extLst>
              </p:cNvPr>
              <p:cNvSpPr/>
              <p:nvPr/>
            </p:nvSpPr>
            <p:spPr>
              <a:xfrm>
                <a:off x="8873680" y="4861804"/>
                <a:ext cx="648925" cy="471948"/>
              </a:xfrm>
              <a:prstGeom prst="round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6" name="사각형: 둥근 모서리 85">
                <a:extLst>
                  <a:ext uri="{FF2B5EF4-FFF2-40B4-BE49-F238E27FC236}">
                    <a16:creationId xmlns:a16="http://schemas.microsoft.com/office/drawing/2014/main" id="{6EE7CF30-C1A5-F43B-3020-DDC519032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680" y="4861804"/>
                <a:ext cx="648925" cy="47194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2AEF3E37-8289-B959-2CAC-91A28736ED32}"/>
                  </a:ext>
                </a:extLst>
              </p:cNvPr>
              <p:cNvSpPr/>
              <p:nvPr/>
            </p:nvSpPr>
            <p:spPr>
              <a:xfrm>
                <a:off x="10422893" y="4882435"/>
                <a:ext cx="648925" cy="471948"/>
              </a:xfrm>
              <a:prstGeom prst="round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2AEF3E37-8289-B959-2CAC-91A28736ED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2893" y="4882435"/>
                <a:ext cx="648925" cy="47194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DEADB859-155C-2715-E3A6-6A53EF43736B}"/>
                  </a:ext>
                </a:extLst>
              </p:cNvPr>
              <p:cNvSpPr/>
              <p:nvPr/>
            </p:nvSpPr>
            <p:spPr>
              <a:xfrm>
                <a:off x="5935065" y="4851177"/>
                <a:ext cx="648925" cy="493201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ko-KR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id="{DEADB859-155C-2715-E3A6-6A53EF437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065" y="4851177"/>
                <a:ext cx="648925" cy="493201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연결선: 구부러짐 90">
            <a:extLst>
              <a:ext uri="{FF2B5EF4-FFF2-40B4-BE49-F238E27FC236}">
                <a16:creationId xmlns:a16="http://schemas.microsoft.com/office/drawing/2014/main" id="{6EFF78EC-968E-8452-75C1-E925C9C8D2B4}"/>
              </a:ext>
            </a:extLst>
          </p:cNvPr>
          <p:cNvCxnSpPr>
            <a:stCxn id="82" idx="1"/>
            <a:endCxn id="88" idx="2"/>
          </p:cNvCxnSpPr>
          <p:nvPr/>
        </p:nvCxnSpPr>
        <p:spPr>
          <a:xfrm rot="10800000">
            <a:off x="6259529" y="5344378"/>
            <a:ext cx="1010557" cy="671576"/>
          </a:xfrm>
          <a:prstGeom prst="curvedConnector2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F76267D5-9DD3-D262-BDC4-512611ABA41E}"/>
              </a:ext>
            </a:extLst>
          </p:cNvPr>
          <p:cNvCxnSpPr>
            <a:stCxn id="82" idx="0"/>
            <a:endCxn id="85" idx="2"/>
          </p:cNvCxnSpPr>
          <p:nvPr/>
        </p:nvCxnSpPr>
        <p:spPr>
          <a:xfrm flipH="1" flipV="1">
            <a:off x="7656492" y="5335137"/>
            <a:ext cx="1" cy="49615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63D9321-8344-78A9-5D58-C9DB5B49FDD8}"/>
              </a:ext>
            </a:extLst>
          </p:cNvPr>
          <p:cNvCxnSpPr/>
          <p:nvPr/>
        </p:nvCxnSpPr>
        <p:spPr>
          <a:xfrm flipH="1" flipV="1">
            <a:off x="9207191" y="5321650"/>
            <a:ext cx="1" cy="49615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06EF4C4-9B09-F6A7-8607-4D88C350FE68}"/>
              </a:ext>
            </a:extLst>
          </p:cNvPr>
          <p:cNvCxnSpPr/>
          <p:nvPr/>
        </p:nvCxnSpPr>
        <p:spPr>
          <a:xfrm flipH="1" flipV="1">
            <a:off x="10756198" y="5321650"/>
            <a:ext cx="1" cy="49615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CA863D1-0FCE-A2CD-A783-08B108EF670C}"/>
                  </a:ext>
                </a:extLst>
              </p:cNvPr>
              <p:cNvSpPr txBox="1"/>
              <p:nvPr/>
            </p:nvSpPr>
            <p:spPr>
              <a:xfrm>
                <a:off x="6146676" y="5704184"/>
                <a:ext cx="554895" cy="38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CA863D1-0FCE-A2CD-A783-08B108EF6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676" y="5704184"/>
                <a:ext cx="554895" cy="388889"/>
              </a:xfrm>
              <a:prstGeom prst="rect">
                <a:avLst/>
              </a:prstGeom>
              <a:blipFill>
                <a:blip r:embed="rId12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0AFAD35-AD68-8143-AC59-3841CE8CE68E}"/>
                  </a:ext>
                </a:extLst>
              </p:cNvPr>
              <p:cNvSpPr txBox="1"/>
              <p:nvPr/>
            </p:nvSpPr>
            <p:spPr>
              <a:xfrm>
                <a:off x="7634084" y="5388339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0AFAD35-AD68-8143-AC59-3841CE8CE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084" y="5388339"/>
                <a:ext cx="554895" cy="369332"/>
              </a:xfrm>
              <a:prstGeom prst="rect">
                <a:avLst/>
              </a:prstGeom>
              <a:blipFill>
                <a:blip r:embed="rId1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7B56D9D-59B2-C2E7-8E24-260C679C2949}"/>
                  </a:ext>
                </a:extLst>
              </p:cNvPr>
              <p:cNvSpPr txBox="1"/>
              <p:nvPr/>
            </p:nvSpPr>
            <p:spPr>
              <a:xfrm>
                <a:off x="9172035" y="5388339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87B56D9D-59B2-C2E7-8E24-260C679C2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2035" y="5388339"/>
                <a:ext cx="554895" cy="369332"/>
              </a:xfrm>
              <a:prstGeom prst="rect">
                <a:avLst/>
              </a:prstGeom>
              <a:blipFill>
                <a:blip r:embed="rId1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F3C75F2-1BFF-9458-0C46-529E9132FBFB}"/>
                  </a:ext>
                </a:extLst>
              </p:cNvPr>
              <p:cNvSpPr txBox="1"/>
              <p:nvPr/>
            </p:nvSpPr>
            <p:spPr>
              <a:xfrm>
                <a:off x="10730418" y="5388339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F3C75F2-1BFF-9458-0C46-529E9132F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418" y="5388339"/>
                <a:ext cx="554895" cy="369332"/>
              </a:xfrm>
              <a:prstGeom prst="rect">
                <a:avLst/>
              </a:prstGeom>
              <a:blipFill>
                <a:blip r:embed="rId1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그룹 99">
            <a:extLst>
              <a:ext uri="{FF2B5EF4-FFF2-40B4-BE49-F238E27FC236}">
                <a16:creationId xmlns:a16="http://schemas.microsoft.com/office/drawing/2014/main" id="{2ADA3B85-DF4A-60E2-B0D0-293CC11521B7}"/>
              </a:ext>
            </a:extLst>
          </p:cNvPr>
          <p:cNvGrpSpPr/>
          <p:nvPr/>
        </p:nvGrpSpPr>
        <p:grpSpPr>
          <a:xfrm>
            <a:off x="7506057" y="3901545"/>
            <a:ext cx="300867" cy="300867"/>
            <a:chOff x="4478341" y="2725051"/>
            <a:chExt cx="300867" cy="300867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092A561C-C3E8-5482-07BE-B370343507D8}"/>
                </a:ext>
              </a:extLst>
            </p:cNvPr>
            <p:cNvSpPr/>
            <p:nvPr/>
          </p:nvSpPr>
          <p:spPr>
            <a:xfrm>
              <a:off x="4478341" y="2725051"/>
              <a:ext cx="300867" cy="30086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DDFB0D4B-77B9-AAE9-A628-E95F6E45B97B}"/>
                </a:ext>
              </a:extLst>
            </p:cNvPr>
            <p:cNvSpPr/>
            <p:nvPr/>
          </p:nvSpPr>
          <p:spPr>
            <a:xfrm>
              <a:off x="4577091" y="2818997"/>
              <a:ext cx="109093" cy="10909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1E91F0CF-AE40-B8E0-E1EE-E29A2FE6EB9F}"/>
              </a:ext>
            </a:extLst>
          </p:cNvPr>
          <p:cNvGrpSpPr/>
          <p:nvPr/>
        </p:nvGrpSpPr>
        <p:grpSpPr>
          <a:xfrm>
            <a:off x="9062298" y="3901545"/>
            <a:ext cx="300867" cy="300867"/>
            <a:chOff x="4478341" y="2725051"/>
            <a:chExt cx="300867" cy="300867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6F77A00F-CBBB-1308-4809-C7468F4B2CD5}"/>
                </a:ext>
              </a:extLst>
            </p:cNvPr>
            <p:cNvSpPr/>
            <p:nvPr/>
          </p:nvSpPr>
          <p:spPr>
            <a:xfrm>
              <a:off x="4478341" y="2725051"/>
              <a:ext cx="300867" cy="30086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5B6DA1BF-641C-29F6-5829-01A466B5408A}"/>
                </a:ext>
              </a:extLst>
            </p:cNvPr>
            <p:cNvSpPr/>
            <p:nvPr/>
          </p:nvSpPr>
          <p:spPr>
            <a:xfrm>
              <a:off x="4577091" y="2818997"/>
              <a:ext cx="109093" cy="10909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A57EC860-3240-BEAE-4FA9-23CBA4536818}"/>
              </a:ext>
            </a:extLst>
          </p:cNvPr>
          <p:cNvGrpSpPr/>
          <p:nvPr/>
        </p:nvGrpSpPr>
        <p:grpSpPr>
          <a:xfrm>
            <a:off x="10603865" y="3901545"/>
            <a:ext cx="300867" cy="300867"/>
            <a:chOff x="4478341" y="2725051"/>
            <a:chExt cx="300867" cy="300867"/>
          </a:xfrm>
        </p:grpSpPr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D5FCA079-826C-2152-5A80-1D7ED301021E}"/>
                </a:ext>
              </a:extLst>
            </p:cNvPr>
            <p:cNvSpPr/>
            <p:nvPr/>
          </p:nvSpPr>
          <p:spPr>
            <a:xfrm>
              <a:off x="4478341" y="2725051"/>
              <a:ext cx="300867" cy="300867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ED73F159-BA10-D77D-BF68-894429AC8624}"/>
                </a:ext>
              </a:extLst>
            </p:cNvPr>
            <p:cNvSpPr/>
            <p:nvPr/>
          </p:nvSpPr>
          <p:spPr>
            <a:xfrm>
              <a:off x="4577091" y="2818997"/>
              <a:ext cx="109093" cy="10909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</p:grp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47F10D49-913B-0BF0-C9F6-A0872BA65A4B}"/>
              </a:ext>
            </a:extLst>
          </p:cNvPr>
          <p:cNvCxnSpPr>
            <a:cxnSpLocks/>
          </p:cNvCxnSpPr>
          <p:nvPr/>
        </p:nvCxnSpPr>
        <p:spPr>
          <a:xfrm flipH="1" flipV="1">
            <a:off x="7649452" y="4222917"/>
            <a:ext cx="7041" cy="64714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2276834E-08F1-372C-4CA7-8C5078CFA69D}"/>
              </a:ext>
            </a:extLst>
          </p:cNvPr>
          <p:cNvCxnSpPr>
            <a:cxnSpLocks/>
          </p:cNvCxnSpPr>
          <p:nvPr/>
        </p:nvCxnSpPr>
        <p:spPr>
          <a:xfrm flipV="1">
            <a:off x="9207192" y="4222917"/>
            <a:ext cx="0" cy="64714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>
            <a:extLst>
              <a:ext uri="{FF2B5EF4-FFF2-40B4-BE49-F238E27FC236}">
                <a16:creationId xmlns:a16="http://schemas.microsoft.com/office/drawing/2014/main" id="{BA768BCF-1AE5-246F-CE05-8290A09DF54E}"/>
              </a:ext>
            </a:extLst>
          </p:cNvPr>
          <p:cNvCxnSpPr>
            <a:cxnSpLocks/>
          </p:cNvCxnSpPr>
          <p:nvPr/>
        </p:nvCxnSpPr>
        <p:spPr>
          <a:xfrm flipV="1">
            <a:off x="10756199" y="4222917"/>
            <a:ext cx="0" cy="64714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구부러짐 116">
            <a:extLst>
              <a:ext uri="{FF2B5EF4-FFF2-40B4-BE49-F238E27FC236}">
                <a16:creationId xmlns:a16="http://schemas.microsoft.com/office/drawing/2014/main" id="{D61C47F6-9714-A1A6-70DA-9CBDB77D4F9A}"/>
              </a:ext>
            </a:extLst>
          </p:cNvPr>
          <p:cNvCxnSpPr>
            <a:stCxn id="88" idx="0"/>
            <a:endCxn id="101" idx="3"/>
          </p:cNvCxnSpPr>
          <p:nvPr/>
        </p:nvCxnSpPr>
        <p:spPr>
          <a:xfrm rot="5400000" flipH="1" flipV="1">
            <a:off x="6558410" y="3859469"/>
            <a:ext cx="692826" cy="1290590"/>
          </a:xfrm>
          <a:prstGeom prst="curvedConnector3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60C765CF-8775-630A-3AD7-4721AC448455}"/>
              </a:ext>
            </a:extLst>
          </p:cNvPr>
          <p:cNvCxnSpPr>
            <a:cxnSpLocks/>
            <a:stCxn id="88" idx="0"/>
            <a:endCxn id="104" idx="3"/>
          </p:cNvCxnSpPr>
          <p:nvPr/>
        </p:nvCxnSpPr>
        <p:spPr>
          <a:xfrm rot="5400000" flipH="1" flipV="1">
            <a:off x="7336530" y="3081349"/>
            <a:ext cx="692826" cy="2846831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8947974B-A4D2-61A7-D61E-B55522459B1B}"/>
              </a:ext>
            </a:extLst>
          </p:cNvPr>
          <p:cNvCxnSpPr>
            <a:cxnSpLocks/>
            <a:stCxn id="88" idx="0"/>
            <a:endCxn id="107" idx="3"/>
          </p:cNvCxnSpPr>
          <p:nvPr/>
        </p:nvCxnSpPr>
        <p:spPr>
          <a:xfrm rot="5400000" flipH="1" flipV="1">
            <a:off x="8107314" y="2310565"/>
            <a:ext cx="692826" cy="4388398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8529D566-A06A-E099-8F5A-C1DCC6ABD2F3}"/>
              </a:ext>
            </a:extLst>
          </p:cNvPr>
          <p:cNvCxnSpPr>
            <a:cxnSpLocks/>
            <a:stCxn id="101" idx="0"/>
            <a:endCxn id="146" idx="2"/>
          </p:cNvCxnSpPr>
          <p:nvPr/>
        </p:nvCxnSpPr>
        <p:spPr>
          <a:xfrm flipH="1" flipV="1">
            <a:off x="7649452" y="3431156"/>
            <a:ext cx="7039" cy="47038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F7A88982-42E7-8AE7-7AF3-79F47EEF4C65}"/>
              </a:ext>
            </a:extLst>
          </p:cNvPr>
          <p:cNvCxnSpPr>
            <a:cxnSpLocks/>
            <a:stCxn id="104" idx="0"/>
            <a:endCxn id="147" idx="2"/>
          </p:cNvCxnSpPr>
          <p:nvPr/>
        </p:nvCxnSpPr>
        <p:spPr>
          <a:xfrm flipH="1" flipV="1">
            <a:off x="9200441" y="3431156"/>
            <a:ext cx="12291" cy="47038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94C293F2-1DF4-5872-6A17-7AD73485DDF1}"/>
              </a:ext>
            </a:extLst>
          </p:cNvPr>
          <p:cNvCxnSpPr>
            <a:cxnSpLocks/>
            <a:stCxn id="107" idx="0"/>
            <a:endCxn id="148" idx="2"/>
          </p:cNvCxnSpPr>
          <p:nvPr/>
        </p:nvCxnSpPr>
        <p:spPr>
          <a:xfrm flipH="1" flipV="1">
            <a:off x="10751430" y="3431156"/>
            <a:ext cx="2869" cy="47038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9B481C69-1AE5-A278-DEC5-F63694AF13A3}"/>
              </a:ext>
            </a:extLst>
          </p:cNvPr>
          <p:cNvSpPr txBox="1"/>
          <p:nvPr/>
        </p:nvSpPr>
        <p:spPr>
          <a:xfrm>
            <a:off x="7341515" y="306182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0.94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FDEBA6C-44A4-01FA-0617-7EAA56444EAF}"/>
              </a:ext>
            </a:extLst>
          </p:cNvPr>
          <p:cNvSpPr txBox="1"/>
          <p:nvPr/>
        </p:nvSpPr>
        <p:spPr>
          <a:xfrm>
            <a:off x="8892504" y="306182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0.04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616EC55-A93F-A456-3264-971A02DF0E35}"/>
              </a:ext>
            </a:extLst>
          </p:cNvPr>
          <p:cNvSpPr txBox="1"/>
          <p:nvPr/>
        </p:nvSpPr>
        <p:spPr>
          <a:xfrm>
            <a:off x="10443493" y="306182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0.02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FDDABEC9-80D0-2A33-1F34-1DF6266F525B}"/>
              </a:ext>
            </a:extLst>
          </p:cNvPr>
          <p:cNvCxnSpPr>
            <a:cxnSpLocks/>
            <a:stCxn id="82" idx="1"/>
            <a:endCxn id="167" idx="1"/>
          </p:cNvCxnSpPr>
          <p:nvPr/>
        </p:nvCxnSpPr>
        <p:spPr>
          <a:xfrm rot="10800000" flipH="1">
            <a:off x="7270085" y="2539348"/>
            <a:ext cx="61944" cy="3476606"/>
          </a:xfrm>
          <a:prstGeom prst="curvedConnector3">
            <a:avLst>
              <a:gd name="adj1" fmla="val -369043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연결선: 구부러짐 156">
            <a:extLst>
              <a:ext uri="{FF2B5EF4-FFF2-40B4-BE49-F238E27FC236}">
                <a16:creationId xmlns:a16="http://schemas.microsoft.com/office/drawing/2014/main" id="{F5E94162-5897-C446-C268-943607005800}"/>
              </a:ext>
            </a:extLst>
          </p:cNvPr>
          <p:cNvCxnSpPr>
            <a:cxnSpLocks/>
            <a:stCxn id="83" idx="1"/>
            <a:endCxn id="169" idx="1"/>
          </p:cNvCxnSpPr>
          <p:nvPr/>
        </p:nvCxnSpPr>
        <p:spPr>
          <a:xfrm rot="10800000" flipH="1">
            <a:off x="8817193" y="2539348"/>
            <a:ext cx="60454" cy="3476606"/>
          </a:xfrm>
          <a:prstGeom prst="curvedConnector3">
            <a:avLst>
              <a:gd name="adj1" fmla="val -378139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연결선: 구부러짐 157">
            <a:extLst>
              <a:ext uri="{FF2B5EF4-FFF2-40B4-BE49-F238E27FC236}">
                <a16:creationId xmlns:a16="http://schemas.microsoft.com/office/drawing/2014/main" id="{A58BDF7F-A402-8101-E05D-0C3FC1EB846F}"/>
              </a:ext>
            </a:extLst>
          </p:cNvPr>
          <p:cNvCxnSpPr>
            <a:cxnSpLocks/>
            <a:stCxn id="84" idx="1"/>
            <a:endCxn id="170" idx="1"/>
          </p:cNvCxnSpPr>
          <p:nvPr/>
        </p:nvCxnSpPr>
        <p:spPr>
          <a:xfrm rot="10800000" flipH="1">
            <a:off x="10367891" y="2539348"/>
            <a:ext cx="49075" cy="3476606"/>
          </a:xfrm>
          <a:prstGeom prst="curvedConnector3">
            <a:avLst>
              <a:gd name="adj1" fmla="val -465818"/>
            </a:avLst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C83E9BC-7C6D-8112-CDB7-1A596A11B5A9}"/>
                  </a:ext>
                </a:extLst>
              </p:cNvPr>
              <p:cNvSpPr txBox="1"/>
              <p:nvPr/>
            </p:nvSpPr>
            <p:spPr>
              <a:xfrm>
                <a:off x="6639531" y="2671987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C83E9BC-7C6D-8112-CDB7-1A596A11B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531" y="2671987"/>
                <a:ext cx="554895" cy="369332"/>
              </a:xfrm>
              <a:prstGeom prst="rect">
                <a:avLst/>
              </a:prstGeom>
              <a:blipFill>
                <a:blip r:embed="rId1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B9A75D8F-6B1D-E34B-FBB6-27D61896BB90}"/>
                  </a:ext>
                </a:extLst>
              </p:cNvPr>
              <p:cNvSpPr txBox="1"/>
              <p:nvPr/>
            </p:nvSpPr>
            <p:spPr>
              <a:xfrm>
                <a:off x="8203465" y="2671987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B9A75D8F-6B1D-E34B-FBB6-27D61896B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3465" y="2671987"/>
                <a:ext cx="554895" cy="369332"/>
              </a:xfrm>
              <a:prstGeom prst="rect">
                <a:avLst/>
              </a:prstGeom>
              <a:blipFill>
                <a:blip r:embed="rId17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871D74B-0B34-AD99-F148-BBC2A07F2249}"/>
                  </a:ext>
                </a:extLst>
              </p:cNvPr>
              <p:cNvSpPr txBox="1"/>
              <p:nvPr/>
            </p:nvSpPr>
            <p:spPr>
              <a:xfrm>
                <a:off x="9761727" y="2671987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7871D74B-0B34-AD99-F148-BBC2A07F2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1727" y="2671987"/>
                <a:ext cx="554895" cy="369332"/>
              </a:xfrm>
              <a:prstGeom prst="rect">
                <a:avLst/>
              </a:prstGeom>
              <a:blipFill>
                <a:blip r:embed="rId18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TextBox 162">
            <a:extLst>
              <a:ext uri="{FF2B5EF4-FFF2-40B4-BE49-F238E27FC236}">
                <a16:creationId xmlns:a16="http://schemas.microsoft.com/office/drawing/2014/main" id="{218B7834-4D32-D247-DC91-3CE4745994E9}"/>
              </a:ext>
            </a:extLst>
          </p:cNvPr>
          <p:cNvSpPr txBox="1"/>
          <p:nvPr/>
        </p:nvSpPr>
        <p:spPr>
          <a:xfrm>
            <a:off x="7489498" y="2756435"/>
            <a:ext cx="29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1C5B458-1FF1-CF13-942C-41DEB092E3A2}"/>
              </a:ext>
            </a:extLst>
          </p:cNvPr>
          <p:cNvSpPr txBox="1"/>
          <p:nvPr/>
        </p:nvSpPr>
        <p:spPr>
          <a:xfrm>
            <a:off x="9048493" y="2756435"/>
            <a:ext cx="29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C0322F8-EA85-79C7-4FAD-57FDFF389366}"/>
              </a:ext>
            </a:extLst>
          </p:cNvPr>
          <p:cNvSpPr txBox="1"/>
          <p:nvPr/>
        </p:nvSpPr>
        <p:spPr>
          <a:xfrm>
            <a:off x="10599351" y="2756435"/>
            <a:ext cx="29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x</a:t>
            </a:r>
            <a:endParaRPr lang="ko-KR" alt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98A0C244-FCCC-2742-06CB-B0C5B6A67D92}"/>
                  </a:ext>
                </a:extLst>
              </p:cNvPr>
              <p:cNvSpPr/>
              <p:nvPr/>
            </p:nvSpPr>
            <p:spPr>
              <a:xfrm>
                <a:off x="7332029" y="2303374"/>
                <a:ext cx="648925" cy="47194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7" name="사각형: 둥근 모서리 166">
                <a:extLst>
                  <a:ext uri="{FF2B5EF4-FFF2-40B4-BE49-F238E27FC236}">
                    <a16:creationId xmlns:a16="http://schemas.microsoft.com/office/drawing/2014/main" id="{98A0C244-FCCC-2742-06CB-B0C5B6A67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029" y="2303374"/>
                <a:ext cx="648925" cy="471948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4EE0C5A0-0FB0-23AC-94F3-2FD16D7F2035}"/>
                  </a:ext>
                </a:extLst>
              </p:cNvPr>
              <p:cNvSpPr/>
              <p:nvPr/>
            </p:nvSpPr>
            <p:spPr>
              <a:xfrm>
                <a:off x="8877647" y="2303374"/>
                <a:ext cx="648925" cy="47194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69" name="사각형: 둥근 모서리 168">
                <a:extLst>
                  <a:ext uri="{FF2B5EF4-FFF2-40B4-BE49-F238E27FC236}">
                    <a16:creationId xmlns:a16="http://schemas.microsoft.com/office/drawing/2014/main" id="{4EE0C5A0-0FB0-23AC-94F3-2FD16D7F20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647" y="2303374"/>
                <a:ext cx="648925" cy="471948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사각형: 둥근 모서리 169">
                <a:extLst>
                  <a:ext uri="{FF2B5EF4-FFF2-40B4-BE49-F238E27FC236}">
                    <a16:creationId xmlns:a16="http://schemas.microsoft.com/office/drawing/2014/main" id="{6E9F185A-BB0E-3AEF-B4DB-EB3A82D57D14}"/>
                  </a:ext>
                </a:extLst>
              </p:cNvPr>
              <p:cNvSpPr/>
              <p:nvPr/>
            </p:nvSpPr>
            <p:spPr>
              <a:xfrm>
                <a:off x="10416967" y="2303374"/>
                <a:ext cx="648925" cy="47194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20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70" name="사각형: 둥근 모서리 169">
                <a:extLst>
                  <a:ext uri="{FF2B5EF4-FFF2-40B4-BE49-F238E27FC236}">
                    <a16:creationId xmlns:a16="http://schemas.microsoft.com/office/drawing/2014/main" id="{6E9F185A-BB0E-3AEF-B4DB-EB3A82D57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967" y="2303374"/>
                <a:ext cx="648925" cy="471948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타원 180">
            <a:extLst>
              <a:ext uri="{FF2B5EF4-FFF2-40B4-BE49-F238E27FC236}">
                <a16:creationId xmlns:a16="http://schemas.microsoft.com/office/drawing/2014/main" id="{3416C9A0-1304-7EFA-1783-98BA6A94FDB3}"/>
              </a:ext>
            </a:extLst>
          </p:cNvPr>
          <p:cNvSpPr/>
          <p:nvPr/>
        </p:nvSpPr>
        <p:spPr>
          <a:xfrm>
            <a:off x="9062298" y="1662886"/>
            <a:ext cx="300867" cy="3008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+</a:t>
            </a:r>
            <a:endParaRPr lang="ko-KR" altLang="en-US" sz="2400" dirty="0"/>
          </a:p>
        </p:txBody>
      </p: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AD7B0D86-7B06-C78F-92B0-D81D7DAF3743}"/>
              </a:ext>
            </a:extLst>
          </p:cNvPr>
          <p:cNvCxnSpPr>
            <a:cxnSpLocks/>
            <a:stCxn id="167" idx="0"/>
            <a:endCxn id="181" idx="3"/>
          </p:cNvCxnSpPr>
          <p:nvPr/>
        </p:nvCxnSpPr>
        <p:spPr>
          <a:xfrm flipV="1">
            <a:off x="7656492" y="1919692"/>
            <a:ext cx="1449867" cy="38368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BD315967-4359-0AD7-1E8F-18FA1E15FF80}"/>
              </a:ext>
            </a:extLst>
          </p:cNvPr>
          <p:cNvCxnSpPr>
            <a:cxnSpLocks/>
            <a:stCxn id="169" idx="0"/>
            <a:endCxn id="181" idx="4"/>
          </p:cNvCxnSpPr>
          <p:nvPr/>
        </p:nvCxnSpPr>
        <p:spPr>
          <a:xfrm flipV="1">
            <a:off x="9202110" y="1963753"/>
            <a:ext cx="10622" cy="33962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FDFA3375-FF9A-F7AF-B15B-3B9BBA427279}"/>
              </a:ext>
            </a:extLst>
          </p:cNvPr>
          <p:cNvCxnSpPr>
            <a:cxnSpLocks/>
            <a:stCxn id="170" idx="0"/>
            <a:endCxn id="181" idx="5"/>
          </p:cNvCxnSpPr>
          <p:nvPr/>
        </p:nvCxnSpPr>
        <p:spPr>
          <a:xfrm flipH="1" flipV="1">
            <a:off x="9319104" y="1919692"/>
            <a:ext cx="1422326" cy="38368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사각형: 둥근 모서리 193">
                <a:extLst>
                  <a:ext uri="{FF2B5EF4-FFF2-40B4-BE49-F238E27FC236}">
                    <a16:creationId xmlns:a16="http://schemas.microsoft.com/office/drawing/2014/main" id="{02FBD970-285F-C96F-5E59-FABF191C2810}"/>
                  </a:ext>
                </a:extLst>
              </p:cNvPr>
              <p:cNvSpPr/>
              <p:nvPr/>
            </p:nvSpPr>
            <p:spPr>
              <a:xfrm>
                <a:off x="8815701" y="90159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4" name="사각형: 둥근 모서리 193">
                <a:extLst>
                  <a:ext uri="{FF2B5EF4-FFF2-40B4-BE49-F238E27FC236}">
                    <a16:creationId xmlns:a16="http://schemas.microsoft.com/office/drawing/2014/main" id="{02FBD970-285F-C96F-5E59-FABF191C28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701" y="901595"/>
                <a:ext cx="772815" cy="369332"/>
              </a:xfrm>
              <a:prstGeom prst="roundRect">
                <a:avLst/>
              </a:prstGeom>
              <a:blipFill>
                <a:blip r:embed="rId22"/>
                <a:stretch>
                  <a:fillRect b="-1613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76C9F595-20F3-C3B2-BA95-2761F54D4A0A}"/>
              </a:ext>
            </a:extLst>
          </p:cNvPr>
          <p:cNvCxnSpPr>
            <a:cxnSpLocks/>
            <a:stCxn id="181" idx="0"/>
            <a:endCxn id="194" idx="2"/>
          </p:cNvCxnSpPr>
          <p:nvPr/>
        </p:nvCxnSpPr>
        <p:spPr>
          <a:xfrm flipH="1" flipV="1">
            <a:off x="9202109" y="1270927"/>
            <a:ext cx="10623" cy="39195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B19C1EC-4818-052D-77CB-F4C45AA4F1BE}"/>
                  </a:ext>
                </a:extLst>
              </p:cNvPr>
              <p:cNvSpPr txBox="1"/>
              <p:nvPr/>
            </p:nvSpPr>
            <p:spPr>
              <a:xfrm>
                <a:off x="9231529" y="1301592"/>
                <a:ext cx="5548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B19C1EC-4818-052D-77CB-F4C45AA4F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1529" y="1301592"/>
                <a:ext cx="554895" cy="369332"/>
              </a:xfrm>
              <a:prstGeom prst="rect">
                <a:avLst/>
              </a:prstGeom>
              <a:blipFill>
                <a:blip r:embed="rId23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08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74BAF9E3-7236-E813-FF2C-E7D6AF4490C0}"/>
                  </a:ext>
                </a:extLst>
              </p:cNvPr>
              <p:cNvSpPr/>
              <p:nvPr/>
            </p:nvSpPr>
            <p:spPr>
              <a:xfrm>
                <a:off x="963675" y="5754597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사각형: 둥근 모서리 1">
                <a:extLst>
                  <a:ext uri="{FF2B5EF4-FFF2-40B4-BE49-F238E27FC236}">
                    <a16:creationId xmlns:a16="http://schemas.microsoft.com/office/drawing/2014/main" id="{74BAF9E3-7236-E813-FF2C-E7D6AF449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75" y="5754597"/>
                <a:ext cx="772815" cy="36933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A99A0C38-AD46-A865-CACA-1EC3A6020835}"/>
                  </a:ext>
                </a:extLst>
              </p:cNvPr>
              <p:cNvSpPr/>
              <p:nvPr/>
            </p:nvSpPr>
            <p:spPr>
              <a:xfrm>
                <a:off x="2510783" y="5754597"/>
                <a:ext cx="772815" cy="369332"/>
              </a:xfrm>
              <a:prstGeom prst="roundRect">
                <a:avLst/>
              </a:prstGeom>
              <a:solidFill>
                <a:srgbClr val="FDB1D7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A99A0C38-AD46-A865-CACA-1EC3A6020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783" y="5754597"/>
                <a:ext cx="772815" cy="36933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33EBB33F-C2AC-BB00-DAA8-BDDCEB9268B6}"/>
                  </a:ext>
                </a:extLst>
              </p:cNvPr>
              <p:cNvSpPr/>
              <p:nvPr/>
            </p:nvSpPr>
            <p:spPr>
              <a:xfrm>
                <a:off x="4061482" y="5754597"/>
                <a:ext cx="772815" cy="369332"/>
              </a:xfrm>
              <a:prstGeom prst="roundRect">
                <a:avLst/>
              </a:prstGeom>
              <a:solidFill>
                <a:srgbClr val="FDB1D7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33EBB33F-C2AC-BB00-DAA8-BDDCEB926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482" y="5754597"/>
                <a:ext cx="772815" cy="36933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E94E82AD-91B6-D6CC-ACA5-B106BBA04B12}"/>
                  </a:ext>
                </a:extLst>
              </p:cNvPr>
              <p:cNvSpPr/>
              <p:nvPr/>
            </p:nvSpPr>
            <p:spPr>
              <a:xfrm>
                <a:off x="960084" y="499330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E94E82AD-91B6-D6CC-ACA5-B106BBA04B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84" y="4993305"/>
                <a:ext cx="772815" cy="36933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279F705-2ECC-CA74-3BA1-42AB20936E63}"/>
              </a:ext>
            </a:extLst>
          </p:cNvPr>
          <p:cNvCxnSpPr>
            <a:cxnSpLocks/>
            <a:stCxn id="2" idx="0"/>
            <a:endCxn id="9" idx="2"/>
          </p:cNvCxnSpPr>
          <p:nvPr/>
        </p:nvCxnSpPr>
        <p:spPr>
          <a:xfrm flipH="1" flipV="1">
            <a:off x="1346492" y="5362637"/>
            <a:ext cx="3591" cy="39196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98F48B86-D10B-486B-BB7D-A55B46AB6687}"/>
                  </a:ext>
                </a:extLst>
              </p:cNvPr>
              <p:cNvSpPr/>
              <p:nvPr/>
            </p:nvSpPr>
            <p:spPr>
              <a:xfrm>
                <a:off x="2521405" y="499330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98F48B86-D10B-486B-BB7D-A55B46AB66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405" y="4993305"/>
                <a:ext cx="772815" cy="36933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1FE8F8E-51A0-5106-ED1B-077F875FA18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897191" y="5362636"/>
            <a:ext cx="3590" cy="39196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72948120-92A9-9FC0-23D9-DBA5FBE243B2}"/>
                  </a:ext>
                </a:extLst>
              </p:cNvPr>
              <p:cNvSpPr/>
              <p:nvPr/>
            </p:nvSpPr>
            <p:spPr>
              <a:xfrm>
                <a:off x="4050858" y="499330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72948120-92A9-9FC0-23D9-DBA5FBE243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858" y="4993305"/>
                <a:ext cx="772815" cy="36933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51C617E-7A4A-49E6-30E0-F0D14406209A}"/>
              </a:ext>
            </a:extLst>
          </p:cNvPr>
          <p:cNvCxnSpPr>
            <a:cxnSpLocks/>
            <a:stCxn id="8" idx="0"/>
            <a:endCxn id="14" idx="2"/>
          </p:cNvCxnSpPr>
          <p:nvPr/>
        </p:nvCxnSpPr>
        <p:spPr>
          <a:xfrm flipH="1" flipV="1">
            <a:off x="4437266" y="5362637"/>
            <a:ext cx="10624" cy="39196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D69BF10D-4109-8393-F47C-46E512795329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1346492" y="4060096"/>
            <a:ext cx="0" cy="933209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F3915E16-EC70-A8F4-2396-F5E3EF6294AC}"/>
              </a:ext>
            </a:extLst>
          </p:cNvPr>
          <p:cNvCxnSpPr>
            <a:cxnSpLocks/>
            <a:stCxn id="11" idx="0"/>
            <a:endCxn id="77" idx="2"/>
          </p:cNvCxnSpPr>
          <p:nvPr/>
        </p:nvCxnSpPr>
        <p:spPr>
          <a:xfrm flipV="1">
            <a:off x="2907813" y="4060096"/>
            <a:ext cx="0" cy="933209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E480E108-293B-BE3A-6882-8C210B2AC158}"/>
              </a:ext>
            </a:extLst>
          </p:cNvPr>
          <p:cNvCxnSpPr>
            <a:cxnSpLocks/>
            <a:stCxn id="14" idx="0"/>
            <a:endCxn id="78" idx="2"/>
          </p:cNvCxnSpPr>
          <p:nvPr/>
        </p:nvCxnSpPr>
        <p:spPr>
          <a:xfrm flipV="1">
            <a:off x="4437266" y="4060096"/>
            <a:ext cx="0" cy="933209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56404AEA-0B1A-B74B-8221-6E8BF639C5AE}"/>
                  </a:ext>
                </a:extLst>
              </p:cNvPr>
              <p:cNvSpPr/>
              <p:nvPr/>
            </p:nvSpPr>
            <p:spPr>
              <a:xfrm>
                <a:off x="960084" y="3690764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id="{56404AEA-0B1A-B74B-8221-6E8BF639C5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084" y="3690764"/>
                <a:ext cx="772815" cy="369332"/>
              </a:xfrm>
              <a:prstGeom prst="roundRect">
                <a:avLst/>
              </a:prstGeom>
              <a:blipFill>
                <a:blip r:embed="rId8"/>
                <a:stretch>
                  <a:fillRect b="-1587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1B3F0FF2-A224-230E-2FBD-C2B33825770D}"/>
                  </a:ext>
                </a:extLst>
              </p:cNvPr>
              <p:cNvSpPr/>
              <p:nvPr/>
            </p:nvSpPr>
            <p:spPr>
              <a:xfrm>
                <a:off x="2521405" y="3690764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id="{1B3F0FF2-A224-230E-2FBD-C2B3382577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405" y="3690764"/>
                <a:ext cx="772815" cy="369332"/>
              </a:xfrm>
              <a:prstGeom prst="roundRect">
                <a:avLst/>
              </a:prstGeom>
              <a:blipFill>
                <a:blip r:embed="rId9"/>
                <a:stretch>
                  <a:fillRect b="-1587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B68D3897-894A-3224-1A8C-D3EA24D4D2B2}"/>
                  </a:ext>
                </a:extLst>
              </p:cNvPr>
              <p:cNvSpPr/>
              <p:nvPr/>
            </p:nvSpPr>
            <p:spPr>
              <a:xfrm>
                <a:off x="4050858" y="3690764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8" name="사각형: 둥근 모서리 77">
                <a:extLst>
                  <a:ext uri="{FF2B5EF4-FFF2-40B4-BE49-F238E27FC236}">
                    <a16:creationId xmlns:a16="http://schemas.microsoft.com/office/drawing/2014/main" id="{B68D3897-894A-3224-1A8C-D3EA24D4D2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858" y="3690764"/>
                <a:ext cx="772815" cy="369332"/>
              </a:xfrm>
              <a:prstGeom prst="roundRect">
                <a:avLst/>
              </a:prstGeom>
              <a:blipFill>
                <a:blip r:embed="rId10"/>
                <a:stretch>
                  <a:fillRect b="-1587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직사각형 81">
            <a:extLst>
              <a:ext uri="{FF2B5EF4-FFF2-40B4-BE49-F238E27FC236}">
                <a16:creationId xmlns:a16="http://schemas.microsoft.com/office/drawing/2014/main" id="{68555C73-365C-AEF2-D281-496B3325962A}"/>
              </a:ext>
            </a:extLst>
          </p:cNvPr>
          <p:cNvSpPr/>
          <p:nvPr/>
        </p:nvSpPr>
        <p:spPr>
          <a:xfrm>
            <a:off x="1064493" y="1861870"/>
            <a:ext cx="1336811" cy="684325"/>
          </a:xfrm>
          <a:prstGeom prst="rect">
            <a:avLst/>
          </a:prstGeom>
          <a:solidFill>
            <a:srgbClr val="CC66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Classifier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B640E8A-EC3A-72EC-84DD-BD8EF0929743}"/>
              </a:ext>
            </a:extLst>
          </p:cNvPr>
          <p:cNvSpPr/>
          <p:nvPr/>
        </p:nvSpPr>
        <p:spPr>
          <a:xfrm>
            <a:off x="3393076" y="1861870"/>
            <a:ext cx="1336811" cy="684325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Regressor</a:t>
            </a:r>
            <a:endParaRPr lang="ko-KR" altLang="en-US" dirty="0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B23B9ECE-D6C6-3EFC-D6CB-47F5BFB3DE46}"/>
              </a:ext>
            </a:extLst>
          </p:cNvPr>
          <p:cNvSpPr/>
          <p:nvPr/>
        </p:nvSpPr>
        <p:spPr>
          <a:xfrm>
            <a:off x="2521405" y="3012800"/>
            <a:ext cx="772815" cy="369332"/>
          </a:xfrm>
          <a:prstGeom prst="roundRect">
            <a:avLst/>
          </a:prstGeom>
          <a:solidFill>
            <a:srgbClr val="FEDEEE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z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9341C8F9-618C-573A-FFD3-5C34863D8ED2}"/>
              </a:ext>
            </a:extLst>
          </p:cNvPr>
          <p:cNvCxnSpPr>
            <a:cxnSpLocks/>
            <a:stCxn id="76" idx="0"/>
            <a:endCxn id="85" idx="2"/>
          </p:cNvCxnSpPr>
          <p:nvPr/>
        </p:nvCxnSpPr>
        <p:spPr>
          <a:xfrm flipV="1">
            <a:off x="1346492" y="3382132"/>
            <a:ext cx="1561321" cy="3086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1FCEE48D-8A26-83F8-B822-76CF46EF7F33}"/>
              </a:ext>
            </a:extLst>
          </p:cNvPr>
          <p:cNvCxnSpPr>
            <a:cxnSpLocks/>
            <a:stCxn id="77" idx="0"/>
            <a:endCxn id="85" idx="2"/>
          </p:cNvCxnSpPr>
          <p:nvPr/>
        </p:nvCxnSpPr>
        <p:spPr>
          <a:xfrm flipV="1">
            <a:off x="2907813" y="3382132"/>
            <a:ext cx="0" cy="3086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E21974F1-743C-2CB5-4C06-903F18277549}"/>
              </a:ext>
            </a:extLst>
          </p:cNvPr>
          <p:cNvCxnSpPr>
            <a:cxnSpLocks/>
            <a:stCxn id="78" idx="0"/>
            <a:endCxn id="85" idx="2"/>
          </p:cNvCxnSpPr>
          <p:nvPr/>
        </p:nvCxnSpPr>
        <p:spPr>
          <a:xfrm flipH="1" flipV="1">
            <a:off x="2907813" y="3382132"/>
            <a:ext cx="1529453" cy="3086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CFB638C-C4B0-A13B-A06B-9525CD6E903A}"/>
              </a:ext>
            </a:extLst>
          </p:cNvPr>
          <p:cNvSpPr txBox="1"/>
          <p:nvPr/>
        </p:nvSpPr>
        <p:spPr>
          <a:xfrm>
            <a:off x="3418055" y="3223393"/>
            <a:ext cx="1029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mean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EA379063-A4E7-317D-6959-ECEF8F014ABA}"/>
              </a:ext>
            </a:extLst>
          </p:cNvPr>
          <p:cNvCxnSpPr>
            <a:cxnSpLocks/>
            <a:stCxn id="85" idx="0"/>
            <a:endCxn id="82" idx="2"/>
          </p:cNvCxnSpPr>
          <p:nvPr/>
        </p:nvCxnSpPr>
        <p:spPr>
          <a:xfrm flipH="1" flipV="1">
            <a:off x="1732899" y="2546195"/>
            <a:ext cx="1174914" cy="46660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70355166-C98B-0850-F22A-F2E84623E220}"/>
              </a:ext>
            </a:extLst>
          </p:cNvPr>
          <p:cNvCxnSpPr>
            <a:cxnSpLocks/>
            <a:stCxn id="85" idx="0"/>
            <a:endCxn id="83" idx="2"/>
          </p:cNvCxnSpPr>
          <p:nvPr/>
        </p:nvCxnSpPr>
        <p:spPr>
          <a:xfrm flipV="1">
            <a:off x="2907813" y="2546195"/>
            <a:ext cx="1153669" cy="46660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3C9466D-0610-78F2-3968-75F1E1680FB3}"/>
              </a:ext>
            </a:extLst>
          </p:cNvPr>
          <p:cNvCxnSpPr>
            <a:cxnSpLocks/>
            <a:stCxn id="82" idx="0"/>
            <a:endCxn id="111" idx="4"/>
          </p:cNvCxnSpPr>
          <p:nvPr/>
        </p:nvCxnSpPr>
        <p:spPr>
          <a:xfrm flipH="1" flipV="1">
            <a:off x="1732898" y="1656086"/>
            <a:ext cx="1" cy="20578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954A74-4AC4-A210-B216-443F91E3E6ED}"/>
                  </a:ext>
                </a:extLst>
              </p:cNvPr>
              <p:cNvSpPr/>
              <p:nvPr/>
            </p:nvSpPr>
            <p:spPr>
              <a:xfrm>
                <a:off x="1566961" y="1324212"/>
                <a:ext cx="331874" cy="33187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sz="1400" dirty="0"/>
                  <a:t> </a:t>
                </a:r>
              </a:p>
            </p:txBody>
          </p:sp>
        </mc:Choice>
        <mc:Fallback xmlns=""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954A74-4AC4-A210-B216-443F91E3E6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961" y="1324212"/>
                <a:ext cx="331874" cy="33187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7F046339-9347-3FCC-62FB-2BB4B2C3F9B8}"/>
              </a:ext>
            </a:extLst>
          </p:cNvPr>
          <p:cNvCxnSpPr>
            <a:cxnSpLocks/>
            <a:endCxn id="114" idx="4"/>
          </p:cNvCxnSpPr>
          <p:nvPr/>
        </p:nvCxnSpPr>
        <p:spPr>
          <a:xfrm flipH="1" flipV="1">
            <a:off x="4050858" y="1656086"/>
            <a:ext cx="1" cy="20578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EA1DFF2-6E17-28C2-689D-E8AC2947E0B6}"/>
                  </a:ext>
                </a:extLst>
              </p:cNvPr>
              <p:cNvSpPr/>
              <p:nvPr/>
            </p:nvSpPr>
            <p:spPr>
              <a:xfrm>
                <a:off x="3884921" y="1324212"/>
                <a:ext cx="331874" cy="33187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sz="1400" dirty="0"/>
                  <a:t> </a:t>
                </a:r>
              </a:p>
            </p:txBody>
          </p:sp>
        </mc:Choice>
        <mc:Fallback xmlns=""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EA1DFF2-6E17-28C2-689D-E8AC2947E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921" y="1324212"/>
                <a:ext cx="331874" cy="331874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5B81F1A2-BB43-62CF-A6D5-3746A7DA84F6}"/>
                  </a:ext>
                </a:extLst>
              </p:cNvPr>
              <p:cNvSpPr/>
              <p:nvPr/>
            </p:nvSpPr>
            <p:spPr>
              <a:xfrm>
                <a:off x="7747703" y="5754597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5B81F1A2-BB43-62CF-A6D5-3746A7DA8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703" y="5754597"/>
                <a:ext cx="772815" cy="369332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2ED3D41D-E191-6057-FFC7-866B6E18A8B7}"/>
                  </a:ext>
                </a:extLst>
              </p:cNvPr>
              <p:cNvSpPr/>
              <p:nvPr/>
            </p:nvSpPr>
            <p:spPr>
              <a:xfrm>
                <a:off x="9294811" y="5754597"/>
                <a:ext cx="772815" cy="369332"/>
              </a:xfrm>
              <a:prstGeom prst="roundRect">
                <a:avLst/>
              </a:prstGeom>
              <a:solidFill>
                <a:srgbClr val="FDB1D7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2ED3D41D-E191-6057-FFC7-866B6E18A8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811" y="5754597"/>
                <a:ext cx="772815" cy="369332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사각형: 둥근 모서리 120">
                <a:extLst>
                  <a:ext uri="{FF2B5EF4-FFF2-40B4-BE49-F238E27FC236}">
                    <a16:creationId xmlns:a16="http://schemas.microsoft.com/office/drawing/2014/main" id="{A8D40B37-A66A-F452-775A-87A1809DC68A}"/>
                  </a:ext>
                </a:extLst>
              </p:cNvPr>
              <p:cNvSpPr/>
              <p:nvPr/>
            </p:nvSpPr>
            <p:spPr>
              <a:xfrm>
                <a:off x="10845510" y="5754597"/>
                <a:ext cx="772815" cy="369332"/>
              </a:xfrm>
              <a:prstGeom prst="roundRect">
                <a:avLst/>
              </a:prstGeom>
              <a:solidFill>
                <a:srgbClr val="FDB1D7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1" name="사각형: 둥근 모서리 120">
                <a:extLst>
                  <a:ext uri="{FF2B5EF4-FFF2-40B4-BE49-F238E27FC236}">
                    <a16:creationId xmlns:a16="http://schemas.microsoft.com/office/drawing/2014/main" id="{A8D40B37-A66A-F452-775A-87A1809DC6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510" y="5754597"/>
                <a:ext cx="772815" cy="369332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사각형: 둥근 모서리 121">
                <a:extLst>
                  <a:ext uri="{FF2B5EF4-FFF2-40B4-BE49-F238E27FC236}">
                    <a16:creationId xmlns:a16="http://schemas.microsoft.com/office/drawing/2014/main" id="{D37E9A6A-34DB-43F2-6B4C-E51C6CD2B13C}"/>
                  </a:ext>
                </a:extLst>
              </p:cNvPr>
              <p:cNvSpPr/>
              <p:nvPr/>
            </p:nvSpPr>
            <p:spPr>
              <a:xfrm>
                <a:off x="7744112" y="499330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2" name="사각형: 둥근 모서리 121">
                <a:extLst>
                  <a:ext uri="{FF2B5EF4-FFF2-40B4-BE49-F238E27FC236}">
                    <a16:creationId xmlns:a16="http://schemas.microsoft.com/office/drawing/2014/main" id="{D37E9A6A-34DB-43F2-6B4C-E51C6CD2B1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112" y="4993305"/>
                <a:ext cx="772815" cy="369332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875BDFD4-FE52-11DC-15D7-F3320E9BEB6E}"/>
              </a:ext>
            </a:extLst>
          </p:cNvPr>
          <p:cNvCxnSpPr>
            <a:cxnSpLocks/>
            <a:stCxn id="119" idx="0"/>
            <a:endCxn id="122" idx="2"/>
          </p:cNvCxnSpPr>
          <p:nvPr/>
        </p:nvCxnSpPr>
        <p:spPr>
          <a:xfrm flipH="1" flipV="1">
            <a:off x="8130520" y="5362637"/>
            <a:ext cx="3591" cy="39196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23C2799C-8C8D-D6FA-5B47-CE75037A73B7}"/>
                  </a:ext>
                </a:extLst>
              </p:cNvPr>
              <p:cNvSpPr/>
              <p:nvPr/>
            </p:nvSpPr>
            <p:spPr>
              <a:xfrm>
                <a:off x="9305433" y="499330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4" name="사각형: 둥근 모서리 123">
                <a:extLst>
                  <a:ext uri="{FF2B5EF4-FFF2-40B4-BE49-F238E27FC236}">
                    <a16:creationId xmlns:a16="http://schemas.microsoft.com/office/drawing/2014/main" id="{23C2799C-8C8D-D6FA-5B47-CE75037A73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33" y="4993305"/>
                <a:ext cx="772815" cy="369332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C29895E-9A4F-8B25-F481-E0C84159F7E3}"/>
                  </a:ext>
                </a:extLst>
              </p:cNvPr>
              <p:cNvSpPr/>
              <p:nvPr/>
            </p:nvSpPr>
            <p:spPr>
              <a:xfrm>
                <a:off x="10834886" y="499330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0C29895E-9A4F-8B25-F481-E0C84159F7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4886" y="4993305"/>
                <a:ext cx="772815" cy="369332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B6008152-067B-E37B-9389-80C99F205A31}"/>
              </a:ext>
            </a:extLst>
          </p:cNvPr>
          <p:cNvCxnSpPr>
            <a:cxnSpLocks/>
            <a:stCxn id="121" idx="0"/>
            <a:endCxn id="125" idx="2"/>
          </p:cNvCxnSpPr>
          <p:nvPr/>
        </p:nvCxnSpPr>
        <p:spPr>
          <a:xfrm flipH="1" flipV="1">
            <a:off x="11221294" y="5362637"/>
            <a:ext cx="10624" cy="39196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446A4853-ADBA-F583-354F-1C1965927B94}"/>
              </a:ext>
            </a:extLst>
          </p:cNvPr>
          <p:cNvCxnSpPr>
            <a:cxnSpLocks/>
            <a:endCxn id="129" idx="2"/>
          </p:cNvCxnSpPr>
          <p:nvPr/>
        </p:nvCxnSpPr>
        <p:spPr>
          <a:xfrm flipV="1">
            <a:off x="8130520" y="4060096"/>
            <a:ext cx="0" cy="933209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903F6E34-74BC-BB23-3D07-98476185C9F2}"/>
              </a:ext>
            </a:extLst>
          </p:cNvPr>
          <p:cNvCxnSpPr>
            <a:cxnSpLocks/>
            <a:stCxn id="124" idx="0"/>
            <a:endCxn id="130" idx="2"/>
          </p:cNvCxnSpPr>
          <p:nvPr/>
        </p:nvCxnSpPr>
        <p:spPr>
          <a:xfrm flipV="1">
            <a:off x="9691841" y="4060096"/>
            <a:ext cx="0" cy="933209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사각형: 둥근 모서리 128">
                <a:extLst>
                  <a:ext uri="{FF2B5EF4-FFF2-40B4-BE49-F238E27FC236}">
                    <a16:creationId xmlns:a16="http://schemas.microsoft.com/office/drawing/2014/main" id="{928F8FEE-8DA7-45AA-71FD-7AF209AF6F4B}"/>
                  </a:ext>
                </a:extLst>
              </p:cNvPr>
              <p:cNvSpPr/>
              <p:nvPr/>
            </p:nvSpPr>
            <p:spPr>
              <a:xfrm>
                <a:off x="7744112" y="3690764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9" name="사각형: 둥근 모서리 128">
                <a:extLst>
                  <a:ext uri="{FF2B5EF4-FFF2-40B4-BE49-F238E27FC236}">
                    <a16:creationId xmlns:a16="http://schemas.microsoft.com/office/drawing/2014/main" id="{928F8FEE-8DA7-45AA-71FD-7AF209AF6F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112" y="3690764"/>
                <a:ext cx="772815" cy="369332"/>
              </a:xfrm>
              <a:prstGeom prst="roundRect">
                <a:avLst/>
              </a:prstGeom>
              <a:blipFill>
                <a:blip r:embed="rId19"/>
                <a:stretch>
                  <a:fillRect b="-1587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A7148DDA-EAE5-6605-230D-7DF95CEC283A}"/>
                  </a:ext>
                </a:extLst>
              </p:cNvPr>
              <p:cNvSpPr/>
              <p:nvPr/>
            </p:nvSpPr>
            <p:spPr>
              <a:xfrm>
                <a:off x="9305433" y="3690764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0" name="사각형: 둥근 모서리 129">
                <a:extLst>
                  <a:ext uri="{FF2B5EF4-FFF2-40B4-BE49-F238E27FC236}">
                    <a16:creationId xmlns:a16="http://schemas.microsoft.com/office/drawing/2014/main" id="{A7148DDA-EAE5-6605-230D-7DF95CEC2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5433" y="3690764"/>
                <a:ext cx="772815" cy="369332"/>
              </a:xfrm>
              <a:prstGeom prst="roundRect">
                <a:avLst/>
              </a:prstGeom>
              <a:blipFill>
                <a:blip r:embed="rId20"/>
                <a:stretch>
                  <a:fillRect b="-1587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7518C319-CA5B-FC0F-BCE9-E0D4F737C33D}"/>
                  </a:ext>
                </a:extLst>
              </p:cNvPr>
              <p:cNvSpPr/>
              <p:nvPr/>
            </p:nvSpPr>
            <p:spPr>
              <a:xfrm>
                <a:off x="10834886" y="3690764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ko-KR" i="1" dirty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7518C319-CA5B-FC0F-BCE9-E0D4F737C3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4886" y="3690764"/>
                <a:ext cx="772815" cy="369332"/>
              </a:xfrm>
              <a:prstGeom prst="roundRect">
                <a:avLst/>
              </a:prstGeom>
              <a:blipFill>
                <a:blip r:embed="rId21"/>
                <a:stretch>
                  <a:fillRect b="-1587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573E639-2CC0-0245-0488-7F3F6B4F7758}"/>
              </a:ext>
            </a:extLst>
          </p:cNvPr>
          <p:cNvSpPr/>
          <p:nvPr/>
        </p:nvSpPr>
        <p:spPr>
          <a:xfrm>
            <a:off x="6500725" y="1861870"/>
            <a:ext cx="1336811" cy="684325"/>
          </a:xfrm>
          <a:prstGeom prst="rect">
            <a:avLst/>
          </a:prstGeom>
          <a:solidFill>
            <a:srgbClr val="CC66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Classifier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46A1B131-1899-46B0-132D-C43A8213FE0A}"/>
                  </a:ext>
                </a:extLst>
              </p:cNvPr>
              <p:cNvSpPr/>
              <p:nvPr/>
            </p:nvSpPr>
            <p:spPr>
              <a:xfrm>
                <a:off x="7003193" y="1324212"/>
                <a:ext cx="331874" cy="33187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sz="1400" dirty="0"/>
                  <a:t> </a:t>
                </a:r>
              </a:p>
            </p:txBody>
          </p:sp>
        </mc:Choice>
        <mc:Fallback xmlns=""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46A1B131-1899-46B0-132D-C43A8213F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193" y="1324212"/>
                <a:ext cx="331874" cy="33187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2B7051AF-2410-727E-0CB1-1DD0FCA2AEB4}"/>
              </a:ext>
            </a:extLst>
          </p:cNvPr>
          <p:cNvCxnSpPr>
            <a:cxnSpLocks/>
          </p:cNvCxnSpPr>
          <p:nvPr/>
        </p:nvCxnSpPr>
        <p:spPr>
          <a:xfrm flipH="1" flipV="1">
            <a:off x="7169130" y="1656086"/>
            <a:ext cx="1" cy="20578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B963CF8B-012F-DE4D-EEFB-C3E1BEBB92C8}"/>
              </a:ext>
            </a:extLst>
          </p:cNvPr>
          <p:cNvCxnSpPr>
            <a:cxnSpLocks/>
            <a:stCxn id="125" idx="0"/>
            <a:endCxn id="131" idx="2"/>
          </p:cNvCxnSpPr>
          <p:nvPr/>
        </p:nvCxnSpPr>
        <p:spPr>
          <a:xfrm flipV="1">
            <a:off x="11221294" y="4060096"/>
            <a:ext cx="0" cy="933209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96E682AF-93C7-D522-8AA9-8DFBACA8577D}"/>
              </a:ext>
            </a:extLst>
          </p:cNvPr>
          <p:cNvCxnSpPr>
            <a:cxnSpLocks/>
          </p:cNvCxnSpPr>
          <p:nvPr/>
        </p:nvCxnSpPr>
        <p:spPr>
          <a:xfrm flipV="1">
            <a:off x="9681218" y="5362636"/>
            <a:ext cx="3590" cy="39196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D6432CE5-E9BC-4FBE-0B62-A65EDE2732EC}"/>
              </a:ext>
            </a:extLst>
          </p:cNvPr>
          <p:cNvSpPr/>
          <p:nvPr/>
        </p:nvSpPr>
        <p:spPr>
          <a:xfrm>
            <a:off x="6534138" y="5754597"/>
            <a:ext cx="772815" cy="369332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CLS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2B822DC0-54BF-F0A6-EF31-D72DD4C7C738}"/>
                  </a:ext>
                </a:extLst>
              </p:cNvPr>
              <p:cNvSpPr/>
              <p:nvPr/>
            </p:nvSpPr>
            <p:spPr>
              <a:xfrm>
                <a:off x="6536705" y="4993305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2B822DC0-54BF-F0A6-EF31-D72DD4C7C7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05" y="4993305"/>
                <a:ext cx="772815" cy="369332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3524BB50-5BA1-E892-4D45-9FD512452EC9}"/>
              </a:ext>
            </a:extLst>
          </p:cNvPr>
          <p:cNvCxnSpPr>
            <a:cxnSpLocks/>
            <a:endCxn id="149" idx="2"/>
          </p:cNvCxnSpPr>
          <p:nvPr/>
        </p:nvCxnSpPr>
        <p:spPr>
          <a:xfrm flipH="1" flipV="1">
            <a:off x="6923113" y="5362637"/>
            <a:ext cx="3591" cy="39196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29588C8D-147C-82DA-C5D6-AC770515EB0A}"/>
              </a:ext>
            </a:extLst>
          </p:cNvPr>
          <p:cNvCxnSpPr>
            <a:cxnSpLocks/>
            <a:endCxn id="152" idx="2"/>
          </p:cNvCxnSpPr>
          <p:nvPr/>
        </p:nvCxnSpPr>
        <p:spPr>
          <a:xfrm flipV="1">
            <a:off x="6923113" y="4060096"/>
            <a:ext cx="0" cy="933209"/>
          </a:xfrm>
          <a:prstGeom prst="straightConnector1">
            <a:avLst/>
          </a:prstGeom>
          <a:ln w="1905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5E940FB0-CE19-3DA6-0FE8-15D0372836E4}"/>
                  </a:ext>
                </a:extLst>
              </p:cNvPr>
              <p:cNvSpPr/>
              <p:nvPr/>
            </p:nvSpPr>
            <p:spPr>
              <a:xfrm>
                <a:off x="6536705" y="3690764"/>
                <a:ext cx="772815" cy="369332"/>
              </a:xfrm>
              <a:prstGeom prst="roundRect">
                <a:avLst/>
              </a:prstGeom>
              <a:solidFill>
                <a:srgbClr val="FEDEEE"/>
              </a:solidFill>
              <a:ln>
                <a:solidFill>
                  <a:srgbClr val="FA8A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ko-KR" b="0" i="1" dirty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2" name="사각형: 둥근 모서리 151">
                <a:extLst>
                  <a:ext uri="{FF2B5EF4-FFF2-40B4-BE49-F238E27FC236}">
                    <a16:creationId xmlns:a16="http://schemas.microsoft.com/office/drawing/2014/main" id="{5E940FB0-CE19-3DA6-0FE8-15D0372836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05" y="3690764"/>
                <a:ext cx="772815" cy="369332"/>
              </a:xfrm>
              <a:prstGeom prst="roundRect">
                <a:avLst/>
              </a:prstGeom>
              <a:blipFill>
                <a:blip r:embed="rId23"/>
                <a:stretch>
                  <a:fillRect b="-1587"/>
                </a:stretch>
              </a:blipFill>
              <a:ln>
                <a:solidFill>
                  <a:srgbClr val="FA8ABD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5F57606C-F497-0D63-462B-ACB5206DC28D}"/>
              </a:ext>
            </a:extLst>
          </p:cNvPr>
          <p:cNvCxnSpPr>
            <a:cxnSpLocks/>
            <a:stCxn id="152" idx="0"/>
            <a:endCxn id="132" idx="2"/>
          </p:cNvCxnSpPr>
          <p:nvPr/>
        </p:nvCxnSpPr>
        <p:spPr>
          <a:xfrm flipV="1">
            <a:off x="6923113" y="2546195"/>
            <a:ext cx="246018" cy="114456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D11B389C-6A60-4344-F913-3D919F7D415C}"/>
              </a:ext>
            </a:extLst>
          </p:cNvPr>
          <p:cNvSpPr/>
          <p:nvPr/>
        </p:nvSpPr>
        <p:spPr>
          <a:xfrm>
            <a:off x="8975948" y="1861870"/>
            <a:ext cx="1336811" cy="684325"/>
          </a:xfrm>
          <a:prstGeom prst="rect">
            <a:avLst/>
          </a:prstGeom>
          <a:solidFill>
            <a:srgbClr val="CC66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Classifier</a:t>
            </a:r>
            <a:endParaRPr lang="ko-KR" altLang="en-US" dirty="0"/>
          </a:p>
        </p:txBody>
      </p: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623B07D1-0CAD-227F-7B65-B20321FDBB17}"/>
              </a:ext>
            </a:extLst>
          </p:cNvPr>
          <p:cNvSpPr/>
          <p:nvPr/>
        </p:nvSpPr>
        <p:spPr>
          <a:xfrm>
            <a:off x="9298952" y="3012800"/>
            <a:ext cx="772815" cy="369332"/>
          </a:xfrm>
          <a:prstGeom prst="roundRect">
            <a:avLst/>
          </a:prstGeom>
          <a:solidFill>
            <a:srgbClr val="FEDEEE"/>
          </a:solidFill>
          <a:ln>
            <a:solidFill>
              <a:srgbClr val="FA8A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z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0ED7136-9772-BC0B-2CEF-6390F3ECEE83}"/>
              </a:ext>
            </a:extLst>
          </p:cNvPr>
          <p:cNvCxnSpPr>
            <a:cxnSpLocks/>
            <a:endCxn id="159" idx="2"/>
          </p:cNvCxnSpPr>
          <p:nvPr/>
        </p:nvCxnSpPr>
        <p:spPr>
          <a:xfrm flipV="1">
            <a:off x="8124039" y="3382132"/>
            <a:ext cx="1561321" cy="3086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242274BE-60E2-8FE6-4418-E8D8C4BF8945}"/>
              </a:ext>
            </a:extLst>
          </p:cNvPr>
          <p:cNvCxnSpPr>
            <a:cxnSpLocks/>
            <a:endCxn id="159" idx="2"/>
          </p:cNvCxnSpPr>
          <p:nvPr/>
        </p:nvCxnSpPr>
        <p:spPr>
          <a:xfrm flipV="1">
            <a:off x="9685360" y="3382132"/>
            <a:ext cx="0" cy="3086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CDEE08E3-A6DE-6770-C8D0-BDAE5E54F18B}"/>
              </a:ext>
            </a:extLst>
          </p:cNvPr>
          <p:cNvCxnSpPr>
            <a:cxnSpLocks/>
            <a:endCxn id="159" idx="2"/>
          </p:cNvCxnSpPr>
          <p:nvPr/>
        </p:nvCxnSpPr>
        <p:spPr>
          <a:xfrm flipH="1" flipV="1">
            <a:off x="9685360" y="3382132"/>
            <a:ext cx="1529453" cy="30863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8873CA43-9DA6-04A0-8B52-657A19BEDFF9}"/>
              </a:ext>
            </a:extLst>
          </p:cNvPr>
          <p:cNvSpPr txBox="1"/>
          <p:nvPr/>
        </p:nvSpPr>
        <p:spPr>
          <a:xfrm>
            <a:off x="10195602" y="3223393"/>
            <a:ext cx="1029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mean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8660F49E-42B5-0D24-9F53-68AEE1350EC8}"/>
              </a:ext>
            </a:extLst>
          </p:cNvPr>
          <p:cNvCxnSpPr>
            <a:cxnSpLocks/>
            <a:stCxn id="158" idx="0"/>
            <a:endCxn id="165" idx="4"/>
          </p:cNvCxnSpPr>
          <p:nvPr/>
        </p:nvCxnSpPr>
        <p:spPr>
          <a:xfrm flipH="1" flipV="1">
            <a:off x="9644353" y="1656086"/>
            <a:ext cx="1" cy="205784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4CBAE2E9-090A-4AE2-9C5A-3E4901505CA8}"/>
                  </a:ext>
                </a:extLst>
              </p:cNvPr>
              <p:cNvSpPr/>
              <p:nvPr/>
            </p:nvSpPr>
            <p:spPr>
              <a:xfrm>
                <a:off x="9478416" y="1324212"/>
                <a:ext cx="331874" cy="33187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400" i="1" dirty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sz="1400" dirty="0"/>
                  <a:t> </a:t>
                </a:r>
              </a:p>
            </p:txBody>
          </p:sp>
        </mc:Choice>
        <mc:Fallback xmlns=""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4CBAE2E9-090A-4AE2-9C5A-3E4901505C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8416" y="1324212"/>
                <a:ext cx="331874" cy="33187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E4AA2751-679A-F04A-8A23-C7BC898F38F7}"/>
              </a:ext>
            </a:extLst>
          </p:cNvPr>
          <p:cNvCxnSpPr>
            <a:cxnSpLocks/>
            <a:stCxn id="159" idx="0"/>
            <a:endCxn id="158" idx="2"/>
          </p:cNvCxnSpPr>
          <p:nvPr/>
        </p:nvCxnSpPr>
        <p:spPr>
          <a:xfrm flipH="1" flipV="1">
            <a:off x="9644354" y="2546195"/>
            <a:ext cx="41006" cy="46660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1196BEEC-E571-A42C-4055-EA9626925171}"/>
              </a:ext>
            </a:extLst>
          </p:cNvPr>
          <p:cNvSpPr txBox="1"/>
          <p:nvPr/>
        </p:nvSpPr>
        <p:spPr>
          <a:xfrm>
            <a:off x="6366689" y="676032"/>
            <a:ext cx="1604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Sequence-level prediction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D8A49B4-81B8-58DA-6EEE-113101CE8F6E}"/>
              </a:ext>
            </a:extLst>
          </p:cNvPr>
          <p:cNvSpPr txBox="1"/>
          <p:nvPr/>
        </p:nvSpPr>
        <p:spPr>
          <a:xfrm>
            <a:off x="8809871" y="676032"/>
            <a:ext cx="1604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Token-level prediction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488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15259" y="4944380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B345BF-9E7A-4A31-5A5E-7A6742DB96D3}"/>
              </a:ext>
            </a:extLst>
          </p:cNvPr>
          <p:cNvSpPr/>
          <p:nvPr/>
        </p:nvSpPr>
        <p:spPr>
          <a:xfrm>
            <a:off x="4949988" y="1792211"/>
            <a:ext cx="5145716" cy="38244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Input Embedding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[Text]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Pre-trained word embeddings</a:t>
            </a: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[Image]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Fixed size small image patches</a:t>
            </a: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[Video]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Frame embeddings</a:t>
            </a:r>
          </a:p>
        </p:txBody>
      </p:sp>
    </p:spTree>
    <p:extLst>
      <p:ext uri="{BB962C8B-B14F-4D97-AF65-F5344CB8AC3E}">
        <p14:creationId xmlns:p14="http://schemas.microsoft.com/office/powerpoint/2010/main" val="2881110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C34713-A96D-2A26-CDAF-20E4421F1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748258"/>
              </p:ext>
            </p:extLst>
          </p:nvPr>
        </p:nvGraphicFramePr>
        <p:xfrm>
          <a:off x="5026964" y="2952492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794EA334-8E2A-E327-C2DE-0568319B6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2198"/>
              </p:ext>
            </p:extLst>
          </p:nvPr>
        </p:nvGraphicFramePr>
        <p:xfrm>
          <a:off x="6675072" y="1138122"/>
          <a:ext cx="453442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1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1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26E244F-6995-C904-90DA-485C88D57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566698"/>
              </p:ext>
            </p:extLst>
          </p:nvPr>
        </p:nvGraphicFramePr>
        <p:xfrm>
          <a:off x="7282705" y="2991730"/>
          <a:ext cx="453450" cy="120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5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5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D9F43675-40BA-596C-D269-9E042138C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068046"/>
              </p:ext>
            </p:extLst>
          </p:nvPr>
        </p:nvGraphicFramePr>
        <p:xfrm>
          <a:off x="7890346" y="484535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FCBBA94-24CB-A7F9-CF1F-12120EF36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706537"/>
              </p:ext>
            </p:extLst>
          </p:nvPr>
        </p:nvGraphicFramePr>
        <p:xfrm>
          <a:off x="5026964" y="3273812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4BA9FC5-0989-87F9-7FC3-E0BB08D64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741943"/>
              </p:ext>
            </p:extLst>
          </p:nvPr>
        </p:nvGraphicFramePr>
        <p:xfrm>
          <a:off x="5026964" y="3599290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76A3DB4-375B-F9A8-AC7C-8A93D79E4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907776"/>
              </p:ext>
            </p:extLst>
          </p:nvPr>
        </p:nvGraphicFramePr>
        <p:xfrm>
          <a:off x="5026964" y="3920610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A19B6EB-6090-D95C-A9DD-3C43B4F7B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309198"/>
              </p:ext>
            </p:extLst>
          </p:nvPr>
        </p:nvGraphicFramePr>
        <p:xfrm>
          <a:off x="7282705" y="1138122"/>
          <a:ext cx="453450" cy="120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5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5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8" name="표 8">
            <a:extLst>
              <a:ext uri="{FF2B5EF4-FFF2-40B4-BE49-F238E27FC236}">
                <a16:creationId xmlns:a16="http://schemas.microsoft.com/office/drawing/2014/main" id="{96A85A10-234D-0616-9F68-58D437FC0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03342"/>
              </p:ext>
            </p:extLst>
          </p:nvPr>
        </p:nvGraphicFramePr>
        <p:xfrm>
          <a:off x="7890346" y="1138122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9" name="표 8">
            <a:extLst>
              <a:ext uri="{FF2B5EF4-FFF2-40B4-BE49-F238E27FC236}">
                <a16:creationId xmlns:a16="http://schemas.microsoft.com/office/drawing/2014/main" id="{19B41DBB-FCDF-FFAA-AEE7-765D0FF13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52664"/>
              </p:ext>
            </p:extLst>
          </p:nvPr>
        </p:nvGraphicFramePr>
        <p:xfrm>
          <a:off x="6675072" y="2991730"/>
          <a:ext cx="453442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1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1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0" name="표 8">
            <a:extLst>
              <a:ext uri="{FF2B5EF4-FFF2-40B4-BE49-F238E27FC236}">
                <a16:creationId xmlns:a16="http://schemas.microsoft.com/office/drawing/2014/main" id="{BC164597-463A-8796-05AB-1A5934AE4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045744"/>
              </p:ext>
            </p:extLst>
          </p:nvPr>
        </p:nvGraphicFramePr>
        <p:xfrm>
          <a:off x="7890346" y="2984016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66E3A231-1894-A34A-72C2-E40F1D798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49481"/>
              </p:ext>
            </p:extLst>
          </p:nvPr>
        </p:nvGraphicFramePr>
        <p:xfrm>
          <a:off x="7282705" y="4845338"/>
          <a:ext cx="453450" cy="120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5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5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4" name="표 8">
            <a:extLst>
              <a:ext uri="{FF2B5EF4-FFF2-40B4-BE49-F238E27FC236}">
                <a16:creationId xmlns:a16="http://schemas.microsoft.com/office/drawing/2014/main" id="{E2A98883-9A15-064E-32AB-EA5FD890A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310999"/>
              </p:ext>
            </p:extLst>
          </p:nvPr>
        </p:nvGraphicFramePr>
        <p:xfrm>
          <a:off x="6675072" y="4845338"/>
          <a:ext cx="453442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1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1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9" name="표 8">
            <a:extLst>
              <a:ext uri="{FF2B5EF4-FFF2-40B4-BE49-F238E27FC236}">
                <a16:creationId xmlns:a16="http://schemas.microsoft.com/office/drawing/2014/main" id="{A09741BA-BB35-AD3E-D5CA-818F8E786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50769"/>
              </p:ext>
            </p:extLst>
          </p:nvPr>
        </p:nvGraphicFramePr>
        <p:xfrm>
          <a:off x="8927481" y="1138122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0" name="표 8">
            <a:extLst>
              <a:ext uri="{FF2B5EF4-FFF2-40B4-BE49-F238E27FC236}">
                <a16:creationId xmlns:a16="http://schemas.microsoft.com/office/drawing/2014/main" id="{AF73DD7F-3DAB-8890-BAAF-8DB374564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534291"/>
              </p:ext>
            </p:extLst>
          </p:nvPr>
        </p:nvGraphicFramePr>
        <p:xfrm>
          <a:off x="8927481" y="2984016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1" name="표 8">
            <a:extLst>
              <a:ext uri="{FF2B5EF4-FFF2-40B4-BE49-F238E27FC236}">
                <a16:creationId xmlns:a16="http://schemas.microsoft.com/office/drawing/2014/main" id="{D1EF0510-DC36-EBE9-EBB3-039F52208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660926"/>
              </p:ext>
            </p:extLst>
          </p:nvPr>
        </p:nvGraphicFramePr>
        <p:xfrm>
          <a:off x="8927481" y="4846396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2" name="표 8">
            <a:extLst>
              <a:ext uri="{FF2B5EF4-FFF2-40B4-BE49-F238E27FC236}">
                <a16:creationId xmlns:a16="http://schemas.microsoft.com/office/drawing/2014/main" id="{A26EAC1F-65DB-6E3A-C2AF-BA77BD182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26216"/>
              </p:ext>
            </p:extLst>
          </p:nvPr>
        </p:nvGraphicFramePr>
        <p:xfrm>
          <a:off x="9956632" y="299173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3" name="표 8">
            <a:extLst>
              <a:ext uri="{FF2B5EF4-FFF2-40B4-BE49-F238E27FC236}">
                <a16:creationId xmlns:a16="http://schemas.microsoft.com/office/drawing/2014/main" id="{E83D648A-6C01-4522-AFFF-0AF418D08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054699"/>
              </p:ext>
            </p:extLst>
          </p:nvPr>
        </p:nvGraphicFramePr>
        <p:xfrm>
          <a:off x="10407928" y="299173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024" name="표 8">
            <a:extLst>
              <a:ext uri="{FF2B5EF4-FFF2-40B4-BE49-F238E27FC236}">
                <a16:creationId xmlns:a16="http://schemas.microsoft.com/office/drawing/2014/main" id="{D5500527-95F9-8973-3979-39F1CB26C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952622"/>
              </p:ext>
            </p:extLst>
          </p:nvPr>
        </p:nvGraphicFramePr>
        <p:xfrm>
          <a:off x="10852473" y="299173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025" name="TextBox 1024">
            <a:extLst>
              <a:ext uri="{FF2B5EF4-FFF2-40B4-BE49-F238E27FC236}">
                <a16:creationId xmlns:a16="http://schemas.microsoft.com/office/drawing/2014/main" id="{871544CA-7D78-E338-0919-82EB270736FB}"/>
              </a:ext>
            </a:extLst>
          </p:cNvPr>
          <p:cNvSpPr txBox="1"/>
          <p:nvPr/>
        </p:nvSpPr>
        <p:spPr>
          <a:xfrm>
            <a:off x="4690573" y="294608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I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9A949838-5B4D-4E9B-1219-A5278DA14B82}"/>
              </a:ext>
            </a:extLst>
          </p:cNvPr>
          <p:cNvSpPr txBox="1"/>
          <p:nvPr/>
        </p:nvSpPr>
        <p:spPr>
          <a:xfrm>
            <a:off x="4454595" y="3257322"/>
            <a:ext cx="528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rgbClr val="FDB1D7"/>
                </a:solidFill>
              </a:rPr>
              <a:t>am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33AC705C-0540-B66B-2868-FDB6376C4D39}"/>
              </a:ext>
            </a:extLst>
          </p:cNvPr>
          <p:cNvSpPr txBox="1"/>
          <p:nvPr/>
        </p:nvSpPr>
        <p:spPr>
          <a:xfrm>
            <a:off x="4454595" y="3598121"/>
            <a:ext cx="528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rgbClr val="FDB1D7"/>
                </a:solidFill>
              </a:rPr>
              <a:t>a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2B0AFFCC-ABD6-3DD4-66DF-F9BBBA598043}"/>
              </a:ext>
            </a:extLst>
          </p:cNvPr>
          <p:cNvSpPr txBox="1"/>
          <p:nvPr/>
        </p:nvSpPr>
        <p:spPr>
          <a:xfrm>
            <a:off x="3997813" y="3896589"/>
            <a:ext cx="984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rgbClr val="FDB1D7"/>
                </a:solidFill>
              </a:rPr>
              <a:t>student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3F0128E3-94C2-21ED-2646-22E2EB914140}"/>
              </a:ext>
            </a:extLst>
          </p:cNvPr>
          <p:cNvSpPr txBox="1"/>
          <p:nvPr/>
        </p:nvSpPr>
        <p:spPr>
          <a:xfrm>
            <a:off x="7231982" y="714344"/>
            <a:ext cx="55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Key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8D448F7-ADD0-B9D0-6360-31F687607772}"/>
              </a:ext>
            </a:extLst>
          </p:cNvPr>
          <p:cNvSpPr txBox="1"/>
          <p:nvPr/>
        </p:nvSpPr>
        <p:spPr>
          <a:xfrm>
            <a:off x="7743264" y="714344"/>
            <a:ext cx="74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CC91FA91-BA00-1937-8941-E8B4715B2DCD}"/>
              </a:ext>
            </a:extLst>
          </p:cNvPr>
          <p:cNvSpPr txBox="1"/>
          <p:nvPr/>
        </p:nvSpPr>
        <p:spPr>
          <a:xfrm>
            <a:off x="6489468" y="681660"/>
            <a:ext cx="82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Query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7E7029D8-8123-4B19-35AF-77BBCCC1F330}"/>
              </a:ext>
            </a:extLst>
          </p:cNvPr>
          <p:cNvSpPr txBox="1"/>
          <p:nvPr/>
        </p:nvSpPr>
        <p:spPr>
          <a:xfrm>
            <a:off x="8901576" y="2391141"/>
            <a:ext cx="503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a0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33A0EFA5-722B-5D2E-45A4-80B8AA8164A0}"/>
              </a:ext>
            </a:extLst>
          </p:cNvPr>
          <p:cNvSpPr txBox="1"/>
          <p:nvPr/>
        </p:nvSpPr>
        <p:spPr>
          <a:xfrm>
            <a:off x="8901576" y="4226495"/>
            <a:ext cx="503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a1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EBF0A140-C74F-C543-A615-AE9956ECA1EE}"/>
              </a:ext>
            </a:extLst>
          </p:cNvPr>
          <p:cNvSpPr txBox="1"/>
          <p:nvPr/>
        </p:nvSpPr>
        <p:spPr>
          <a:xfrm>
            <a:off x="8901576" y="6061849"/>
            <a:ext cx="503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a2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D85465DA-414F-BFCD-CBC8-5907F6B92D22}"/>
              </a:ext>
            </a:extLst>
          </p:cNvPr>
          <p:cNvSpPr txBox="1"/>
          <p:nvPr/>
        </p:nvSpPr>
        <p:spPr>
          <a:xfrm>
            <a:off x="9956632" y="4235143"/>
            <a:ext cx="1382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a0   a1   a2 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A0D29E5-D7E4-00F9-EF14-1BE1B7787176}"/>
              </a:ext>
            </a:extLst>
          </p:cNvPr>
          <p:cNvSpPr txBox="1"/>
          <p:nvPr/>
        </p:nvSpPr>
        <p:spPr>
          <a:xfrm>
            <a:off x="9621863" y="2380930"/>
            <a:ext cx="1972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Concatenate Attention Value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cxnSp>
        <p:nvCxnSpPr>
          <p:cNvPr id="1038" name="직선 화살표 연결선 1037">
            <a:extLst>
              <a:ext uri="{FF2B5EF4-FFF2-40B4-BE49-F238E27FC236}">
                <a16:creationId xmlns:a16="http://schemas.microsoft.com/office/drawing/2014/main" id="{6EE8F3CD-8E1B-9A4C-62FD-8404681D2F05}"/>
              </a:ext>
            </a:extLst>
          </p:cNvPr>
          <p:cNvCxnSpPr>
            <a:cxnSpLocks/>
          </p:cNvCxnSpPr>
          <p:nvPr/>
        </p:nvCxnSpPr>
        <p:spPr>
          <a:xfrm>
            <a:off x="6212858" y="3595132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직선 화살표 연결선 1038">
            <a:extLst>
              <a:ext uri="{FF2B5EF4-FFF2-40B4-BE49-F238E27FC236}">
                <a16:creationId xmlns:a16="http://schemas.microsoft.com/office/drawing/2014/main" id="{0F512D3D-C872-1B74-9F65-082ED101279D}"/>
              </a:ext>
            </a:extLst>
          </p:cNvPr>
          <p:cNvCxnSpPr>
            <a:cxnSpLocks/>
          </p:cNvCxnSpPr>
          <p:nvPr/>
        </p:nvCxnSpPr>
        <p:spPr>
          <a:xfrm>
            <a:off x="8436915" y="3595132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648F9B8A-F600-D17B-3E5B-1C03EDCA0F2D}"/>
              </a:ext>
            </a:extLst>
          </p:cNvPr>
          <p:cNvCxnSpPr>
            <a:cxnSpLocks/>
          </p:cNvCxnSpPr>
          <p:nvPr/>
        </p:nvCxnSpPr>
        <p:spPr>
          <a:xfrm>
            <a:off x="9486499" y="3595132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1" name="Picture 2" descr="Transformer 모델 (Attention is all you need)">
            <a:extLst>
              <a:ext uri="{FF2B5EF4-FFF2-40B4-BE49-F238E27FC236}">
                <a16:creationId xmlns:a16="http://schemas.microsoft.com/office/drawing/2014/main" id="{A92DB895-BC2E-7324-183B-1A00836CD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5" t="53742" r="55361" b="31457"/>
          <a:stretch/>
        </p:blipFill>
        <p:spPr bwMode="auto">
          <a:xfrm>
            <a:off x="4242532" y="615621"/>
            <a:ext cx="1315091" cy="1304505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타원 1041">
            <a:extLst>
              <a:ext uri="{FF2B5EF4-FFF2-40B4-BE49-F238E27FC236}">
                <a16:creationId xmlns:a16="http://schemas.microsoft.com/office/drawing/2014/main" id="{E178EA3F-15D8-FB6F-930D-07CCDACE0E42}"/>
              </a:ext>
            </a:extLst>
          </p:cNvPr>
          <p:cNvSpPr/>
          <p:nvPr/>
        </p:nvSpPr>
        <p:spPr>
          <a:xfrm>
            <a:off x="1545566" y="4336568"/>
            <a:ext cx="665882" cy="21917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15259" y="4078865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4" name="직선 화살표 연결선 1043">
            <a:extLst>
              <a:ext uri="{FF2B5EF4-FFF2-40B4-BE49-F238E27FC236}">
                <a16:creationId xmlns:a16="http://schemas.microsoft.com/office/drawing/2014/main" id="{6EDD70DB-8719-846E-A85D-165415896297}"/>
              </a:ext>
            </a:extLst>
          </p:cNvPr>
          <p:cNvCxnSpPr>
            <a:stCxn id="1042" idx="6"/>
            <a:endCxn id="1041" idx="2"/>
          </p:cNvCxnSpPr>
          <p:nvPr/>
        </p:nvCxnSpPr>
        <p:spPr>
          <a:xfrm flipV="1">
            <a:off x="2211448" y="1267874"/>
            <a:ext cx="2031084" cy="3178281"/>
          </a:xfrm>
          <a:prstGeom prst="straightConnector1">
            <a:avLst/>
          </a:prstGeom>
          <a:ln w="28575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72CC09C0-8EE9-2010-0B8C-B621E7CCFF2E}"/>
              </a:ext>
            </a:extLst>
          </p:cNvPr>
          <p:cNvSpPr txBox="1"/>
          <p:nvPr/>
        </p:nvSpPr>
        <p:spPr>
          <a:xfrm>
            <a:off x="4343761" y="1239163"/>
            <a:ext cx="343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Q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E8A0B48-A7D0-64D4-18EE-253429990C53}"/>
              </a:ext>
            </a:extLst>
          </p:cNvPr>
          <p:cNvSpPr txBox="1"/>
          <p:nvPr/>
        </p:nvSpPr>
        <p:spPr>
          <a:xfrm>
            <a:off x="4687125" y="1239163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K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522277AC-9127-B421-AF42-8CB57421640E}"/>
              </a:ext>
            </a:extLst>
          </p:cNvPr>
          <p:cNvSpPr txBox="1"/>
          <p:nvPr/>
        </p:nvSpPr>
        <p:spPr>
          <a:xfrm>
            <a:off x="5075697" y="1239163"/>
            <a:ext cx="322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V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39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C34713-A96D-2A26-CDAF-20E4421F1F06}"/>
              </a:ext>
            </a:extLst>
          </p:cNvPr>
          <p:cNvGraphicFramePr>
            <a:graphicFrameLocks noGrp="1"/>
          </p:cNvGraphicFramePr>
          <p:nvPr/>
        </p:nvGraphicFramePr>
        <p:xfrm>
          <a:off x="5026964" y="2952492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794EA334-8E2A-E327-C2DE-0568319B67D9}"/>
              </a:ext>
            </a:extLst>
          </p:cNvPr>
          <p:cNvGraphicFramePr>
            <a:graphicFrameLocks noGrp="1"/>
          </p:cNvGraphicFramePr>
          <p:nvPr/>
        </p:nvGraphicFramePr>
        <p:xfrm>
          <a:off x="6675072" y="1138122"/>
          <a:ext cx="453442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1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1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26E244F-6995-C904-90DA-485C88D57B05}"/>
              </a:ext>
            </a:extLst>
          </p:cNvPr>
          <p:cNvGraphicFramePr>
            <a:graphicFrameLocks noGrp="1"/>
          </p:cNvGraphicFramePr>
          <p:nvPr/>
        </p:nvGraphicFramePr>
        <p:xfrm>
          <a:off x="7282705" y="2991730"/>
          <a:ext cx="453450" cy="120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5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5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0" name="표 8">
            <a:extLst>
              <a:ext uri="{FF2B5EF4-FFF2-40B4-BE49-F238E27FC236}">
                <a16:creationId xmlns:a16="http://schemas.microsoft.com/office/drawing/2014/main" id="{D9F43675-40BA-596C-D269-9E042138C04B}"/>
              </a:ext>
            </a:extLst>
          </p:cNvPr>
          <p:cNvGraphicFramePr>
            <a:graphicFrameLocks noGrp="1"/>
          </p:cNvGraphicFramePr>
          <p:nvPr/>
        </p:nvGraphicFramePr>
        <p:xfrm>
          <a:off x="7890346" y="484535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FCBBA94-24CB-A7F9-CF1F-12120EF367EB}"/>
              </a:ext>
            </a:extLst>
          </p:cNvPr>
          <p:cNvGraphicFramePr>
            <a:graphicFrameLocks noGrp="1"/>
          </p:cNvGraphicFramePr>
          <p:nvPr/>
        </p:nvGraphicFramePr>
        <p:xfrm>
          <a:off x="5026964" y="3273812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4BA9FC5-0989-87F9-7FC3-E0BB08D64A5E}"/>
              </a:ext>
            </a:extLst>
          </p:cNvPr>
          <p:cNvGraphicFramePr>
            <a:graphicFrameLocks noGrp="1"/>
          </p:cNvGraphicFramePr>
          <p:nvPr/>
        </p:nvGraphicFramePr>
        <p:xfrm>
          <a:off x="5026964" y="3599290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76A3DB4-375B-F9A8-AC7C-8A93D79E495C}"/>
              </a:ext>
            </a:extLst>
          </p:cNvPr>
          <p:cNvGraphicFramePr>
            <a:graphicFrameLocks noGrp="1"/>
          </p:cNvGraphicFramePr>
          <p:nvPr/>
        </p:nvGraphicFramePr>
        <p:xfrm>
          <a:off x="5026964" y="3920610"/>
          <a:ext cx="1069036" cy="32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59">
                  <a:extLst>
                    <a:ext uri="{9D8B030D-6E8A-4147-A177-3AD203B41FA5}">
                      <a16:colId xmlns:a16="http://schemas.microsoft.com/office/drawing/2014/main" val="365122245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747881145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2214707006"/>
                    </a:ext>
                  </a:extLst>
                </a:gridCol>
                <a:gridCol w="267259">
                  <a:extLst>
                    <a:ext uri="{9D8B030D-6E8A-4147-A177-3AD203B41FA5}">
                      <a16:colId xmlns:a16="http://schemas.microsoft.com/office/drawing/2014/main" val="3642367230"/>
                    </a:ext>
                  </a:extLst>
                </a:gridCol>
              </a:tblGrid>
              <a:tr h="32132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418598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A19B6EB-6090-D95C-A9DD-3C43B4F7B536}"/>
              </a:ext>
            </a:extLst>
          </p:cNvPr>
          <p:cNvGraphicFramePr>
            <a:graphicFrameLocks noGrp="1"/>
          </p:cNvGraphicFramePr>
          <p:nvPr/>
        </p:nvGraphicFramePr>
        <p:xfrm>
          <a:off x="7282705" y="1138122"/>
          <a:ext cx="453450" cy="120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5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5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8" name="표 8">
            <a:extLst>
              <a:ext uri="{FF2B5EF4-FFF2-40B4-BE49-F238E27FC236}">
                <a16:creationId xmlns:a16="http://schemas.microsoft.com/office/drawing/2014/main" id="{96A85A10-234D-0616-9F68-58D437FC00D0}"/>
              </a:ext>
            </a:extLst>
          </p:cNvPr>
          <p:cNvGraphicFramePr>
            <a:graphicFrameLocks noGrp="1"/>
          </p:cNvGraphicFramePr>
          <p:nvPr/>
        </p:nvGraphicFramePr>
        <p:xfrm>
          <a:off x="7890346" y="1138122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9" name="표 8">
            <a:extLst>
              <a:ext uri="{FF2B5EF4-FFF2-40B4-BE49-F238E27FC236}">
                <a16:creationId xmlns:a16="http://schemas.microsoft.com/office/drawing/2014/main" id="{19B41DBB-FCDF-FFAA-AEE7-765D0FF1362A}"/>
              </a:ext>
            </a:extLst>
          </p:cNvPr>
          <p:cNvGraphicFramePr>
            <a:graphicFrameLocks noGrp="1"/>
          </p:cNvGraphicFramePr>
          <p:nvPr/>
        </p:nvGraphicFramePr>
        <p:xfrm>
          <a:off x="6675072" y="2991730"/>
          <a:ext cx="453442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1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1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0" name="표 8">
            <a:extLst>
              <a:ext uri="{FF2B5EF4-FFF2-40B4-BE49-F238E27FC236}">
                <a16:creationId xmlns:a16="http://schemas.microsoft.com/office/drawing/2014/main" id="{BC164597-463A-8796-05AB-1A5934AE465D}"/>
              </a:ext>
            </a:extLst>
          </p:cNvPr>
          <p:cNvGraphicFramePr>
            <a:graphicFrameLocks noGrp="1"/>
          </p:cNvGraphicFramePr>
          <p:nvPr/>
        </p:nvGraphicFramePr>
        <p:xfrm>
          <a:off x="7890346" y="2984016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66E3A231-1894-A34A-72C2-E40F1D79878B}"/>
              </a:ext>
            </a:extLst>
          </p:cNvPr>
          <p:cNvGraphicFramePr>
            <a:graphicFrameLocks noGrp="1"/>
          </p:cNvGraphicFramePr>
          <p:nvPr/>
        </p:nvGraphicFramePr>
        <p:xfrm>
          <a:off x="7282705" y="4845338"/>
          <a:ext cx="453450" cy="1206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5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5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701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4" name="표 8">
            <a:extLst>
              <a:ext uri="{FF2B5EF4-FFF2-40B4-BE49-F238E27FC236}">
                <a16:creationId xmlns:a16="http://schemas.microsoft.com/office/drawing/2014/main" id="{E2A98883-9A15-064E-32AB-EA5FD890A8A3}"/>
              </a:ext>
            </a:extLst>
          </p:cNvPr>
          <p:cNvGraphicFramePr>
            <a:graphicFrameLocks noGrp="1"/>
          </p:cNvGraphicFramePr>
          <p:nvPr/>
        </p:nvGraphicFramePr>
        <p:xfrm>
          <a:off x="6675072" y="4845338"/>
          <a:ext cx="453442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21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6721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59" name="표 8">
            <a:extLst>
              <a:ext uri="{FF2B5EF4-FFF2-40B4-BE49-F238E27FC236}">
                <a16:creationId xmlns:a16="http://schemas.microsoft.com/office/drawing/2014/main" id="{A09741BA-BB35-AD3E-D5CA-818F8E786E44}"/>
              </a:ext>
            </a:extLst>
          </p:cNvPr>
          <p:cNvGraphicFramePr>
            <a:graphicFrameLocks noGrp="1"/>
          </p:cNvGraphicFramePr>
          <p:nvPr/>
        </p:nvGraphicFramePr>
        <p:xfrm>
          <a:off x="8927481" y="1138122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0" name="표 8">
            <a:extLst>
              <a:ext uri="{FF2B5EF4-FFF2-40B4-BE49-F238E27FC236}">
                <a16:creationId xmlns:a16="http://schemas.microsoft.com/office/drawing/2014/main" id="{AF73DD7F-3DAB-8890-BAAF-8DB374564D11}"/>
              </a:ext>
            </a:extLst>
          </p:cNvPr>
          <p:cNvGraphicFramePr>
            <a:graphicFrameLocks noGrp="1"/>
          </p:cNvGraphicFramePr>
          <p:nvPr/>
        </p:nvGraphicFramePr>
        <p:xfrm>
          <a:off x="8927481" y="2984016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1" name="표 8">
            <a:extLst>
              <a:ext uri="{FF2B5EF4-FFF2-40B4-BE49-F238E27FC236}">
                <a16:creationId xmlns:a16="http://schemas.microsoft.com/office/drawing/2014/main" id="{D1EF0510-DC36-EBE9-EBB3-039F522083A7}"/>
              </a:ext>
            </a:extLst>
          </p:cNvPr>
          <p:cNvGraphicFramePr>
            <a:graphicFrameLocks noGrp="1"/>
          </p:cNvGraphicFramePr>
          <p:nvPr/>
        </p:nvGraphicFramePr>
        <p:xfrm>
          <a:off x="8927481" y="4846396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2" name="표 8">
            <a:extLst>
              <a:ext uri="{FF2B5EF4-FFF2-40B4-BE49-F238E27FC236}">
                <a16:creationId xmlns:a16="http://schemas.microsoft.com/office/drawing/2014/main" id="{A26EAC1F-65DB-6E3A-C2AF-BA77BD1825A7}"/>
              </a:ext>
            </a:extLst>
          </p:cNvPr>
          <p:cNvGraphicFramePr>
            <a:graphicFrameLocks noGrp="1"/>
          </p:cNvGraphicFramePr>
          <p:nvPr/>
        </p:nvGraphicFramePr>
        <p:xfrm>
          <a:off x="9956632" y="299173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63" name="표 8">
            <a:extLst>
              <a:ext uri="{FF2B5EF4-FFF2-40B4-BE49-F238E27FC236}">
                <a16:creationId xmlns:a16="http://schemas.microsoft.com/office/drawing/2014/main" id="{E83D648A-6C01-4522-AFFF-0AF418D08EB8}"/>
              </a:ext>
            </a:extLst>
          </p:cNvPr>
          <p:cNvGraphicFramePr>
            <a:graphicFrameLocks noGrp="1"/>
          </p:cNvGraphicFramePr>
          <p:nvPr/>
        </p:nvGraphicFramePr>
        <p:xfrm>
          <a:off x="10407928" y="299173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graphicFrame>
        <p:nvGraphicFramePr>
          <p:cNvPr id="1024" name="표 8">
            <a:extLst>
              <a:ext uri="{FF2B5EF4-FFF2-40B4-BE49-F238E27FC236}">
                <a16:creationId xmlns:a16="http://schemas.microsoft.com/office/drawing/2014/main" id="{D5500527-95F9-8973-3979-39F1CB26CDC4}"/>
              </a:ext>
            </a:extLst>
          </p:cNvPr>
          <p:cNvGraphicFramePr>
            <a:graphicFrameLocks noGrp="1"/>
          </p:cNvGraphicFramePr>
          <p:nvPr/>
        </p:nvGraphicFramePr>
        <p:xfrm>
          <a:off x="10852473" y="2991730"/>
          <a:ext cx="451296" cy="120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648">
                  <a:extLst>
                    <a:ext uri="{9D8B030D-6E8A-4147-A177-3AD203B41FA5}">
                      <a16:colId xmlns:a16="http://schemas.microsoft.com/office/drawing/2014/main" val="503693554"/>
                    </a:ext>
                  </a:extLst>
                </a:gridCol>
                <a:gridCol w="225648">
                  <a:extLst>
                    <a:ext uri="{9D8B030D-6E8A-4147-A177-3AD203B41FA5}">
                      <a16:colId xmlns:a16="http://schemas.microsoft.com/office/drawing/2014/main" val="1811964086"/>
                    </a:ext>
                  </a:extLst>
                </a:gridCol>
              </a:tblGrid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88943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87601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014880"/>
                  </a:ext>
                </a:extLst>
              </a:tr>
              <a:tr h="301698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1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822347"/>
                  </a:ext>
                </a:extLst>
              </a:tr>
            </a:tbl>
          </a:graphicData>
        </a:graphic>
      </p:graphicFrame>
      <p:sp>
        <p:nvSpPr>
          <p:cNvPr id="1025" name="TextBox 1024">
            <a:extLst>
              <a:ext uri="{FF2B5EF4-FFF2-40B4-BE49-F238E27FC236}">
                <a16:creationId xmlns:a16="http://schemas.microsoft.com/office/drawing/2014/main" id="{871544CA-7D78-E338-0919-82EB270736FB}"/>
              </a:ext>
            </a:extLst>
          </p:cNvPr>
          <p:cNvSpPr txBox="1"/>
          <p:nvPr/>
        </p:nvSpPr>
        <p:spPr>
          <a:xfrm>
            <a:off x="4690573" y="2946089"/>
            <a:ext cx="292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I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9A949838-5B4D-4E9B-1219-A5278DA14B82}"/>
              </a:ext>
            </a:extLst>
          </p:cNvPr>
          <p:cNvSpPr txBox="1"/>
          <p:nvPr/>
        </p:nvSpPr>
        <p:spPr>
          <a:xfrm>
            <a:off x="4454595" y="3257322"/>
            <a:ext cx="528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rgbClr val="FDB1D7"/>
                </a:solidFill>
              </a:rPr>
              <a:t>am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33AC705C-0540-B66B-2868-FDB6376C4D39}"/>
              </a:ext>
            </a:extLst>
          </p:cNvPr>
          <p:cNvSpPr txBox="1"/>
          <p:nvPr/>
        </p:nvSpPr>
        <p:spPr>
          <a:xfrm>
            <a:off x="4454595" y="3598121"/>
            <a:ext cx="528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rgbClr val="FDB1D7"/>
                </a:solidFill>
              </a:rPr>
              <a:t>a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2B0AFFCC-ABD6-3DD4-66DF-F9BBBA598043}"/>
              </a:ext>
            </a:extLst>
          </p:cNvPr>
          <p:cNvSpPr txBox="1"/>
          <p:nvPr/>
        </p:nvSpPr>
        <p:spPr>
          <a:xfrm>
            <a:off x="3997813" y="3896589"/>
            <a:ext cx="984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rgbClr val="FDB1D7"/>
                </a:solidFill>
              </a:rPr>
              <a:t>student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3F0128E3-94C2-21ED-2646-22E2EB914140}"/>
              </a:ext>
            </a:extLst>
          </p:cNvPr>
          <p:cNvSpPr txBox="1"/>
          <p:nvPr/>
        </p:nvSpPr>
        <p:spPr>
          <a:xfrm>
            <a:off x="7231982" y="714344"/>
            <a:ext cx="55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Key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8D448F7-ADD0-B9D0-6360-31F687607772}"/>
              </a:ext>
            </a:extLst>
          </p:cNvPr>
          <p:cNvSpPr txBox="1"/>
          <p:nvPr/>
        </p:nvSpPr>
        <p:spPr>
          <a:xfrm>
            <a:off x="7743264" y="714344"/>
            <a:ext cx="745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Value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CC91FA91-BA00-1937-8941-E8B4715B2DCD}"/>
              </a:ext>
            </a:extLst>
          </p:cNvPr>
          <p:cNvSpPr txBox="1"/>
          <p:nvPr/>
        </p:nvSpPr>
        <p:spPr>
          <a:xfrm>
            <a:off x="6489468" y="681660"/>
            <a:ext cx="82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</a:rPr>
              <a:t>Query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7E7029D8-8123-4B19-35AF-77BBCCC1F330}"/>
              </a:ext>
            </a:extLst>
          </p:cNvPr>
          <p:cNvSpPr txBox="1"/>
          <p:nvPr/>
        </p:nvSpPr>
        <p:spPr>
          <a:xfrm>
            <a:off x="8901576" y="2391141"/>
            <a:ext cx="503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a0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33A0EFA5-722B-5D2E-45A4-80B8AA8164A0}"/>
              </a:ext>
            </a:extLst>
          </p:cNvPr>
          <p:cNvSpPr txBox="1"/>
          <p:nvPr/>
        </p:nvSpPr>
        <p:spPr>
          <a:xfrm>
            <a:off x="8901576" y="4226495"/>
            <a:ext cx="503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a1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EBF0A140-C74F-C543-A615-AE9956ECA1EE}"/>
              </a:ext>
            </a:extLst>
          </p:cNvPr>
          <p:cNvSpPr txBox="1"/>
          <p:nvPr/>
        </p:nvSpPr>
        <p:spPr>
          <a:xfrm>
            <a:off x="8901576" y="6061849"/>
            <a:ext cx="503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a2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D85465DA-414F-BFCD-CBC8-5907F6B92D22}"/>
              </a:ext>
            </a:extLst>
          </p:cNvPr>
          <p:cNvSpPr txBox="1"/>
          <p:nvPr/>
        </p:nvSpPr>
        <p:spPr>
          <a:xfrm>
            <a:off x="9956632" y="4235143"/>
            <a:ext cx="1382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a0   a1   a2 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EA0D29E5-D7E4-00F9-EF14-1BE1B7787176}"/>
              </a:ext>
            </a:extLst>
          </p:cNvPr>
          <p:cNvSpPr txBox="1"/>
          <p:nvPr/>
        </p:nvSpPr>
        <p:spPr>
          <a:xfrm>
            <a:off x="9621863" y="2380930"/>
            <a:ext cx="1972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DB1D7"/>
                </a:solidFill>
              </a:rPr>
              <a:t>Concatenate Attention Value</a:t>
            </a:r>
            <a:endParaRPr lang="ko-KR" altLang="en-US" sz="1600" dirty="0">
              <a:solidFill>
                <a:srgbClr val="FDB1D7"/>
              </a:solidFill>
            </a:endParaRPr>
          </a:p>
        </p:txBody>
      </p:sp>
      <p:cxnSp>
        <p:nvCxnSpPr>
          <p:cNvPr id="1038" name="직선 화살표 연결선 1037">
            <a:extLst>
              <a:ext uri="{FF2B5EF4-FFF2-40B4-BE49-F238E27FC236}">
                <a16:creationId xmlns:a16="http://schemas.microsoft.com/office/drawing/2014/main" id="{6EE8F3CD-8E1B-9A4C-62FD-8404681D2F05}"/>
              </a:ext>
            </a:extLst>
          </p:cNvPr>
          <p:cNvCxnSpPr>
            <a:cxnSpLocks/>
          </p:cNvCxnSpPr>
          <p:nvPr/>
        </p:nvCxnSpPr>
        <p:spPr>
          <a:xfrm>
            <a:off x="6212858" y="3595132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직선 화살표 연결선 1038">
            <a:extLst>
              <a:ext uri="{FF2B5EF4-FFF2-40B4-BE49-F238E27FC236}">
                <a16:creationId xmlns:a16="http://schemas.microsoft.com/office/drawing/2014/main" id="{0F512D3D-C872-1B74-9F65-082ED101279D}"/>
              </a:ext>
            </a:extLst>
          </p:cNvPr>
          <p:cNvCxnSpPr>
            <a:cxnSpLocks/>
          </p:cNvCxnSpPr>
          <p:nvPr/>
        </p:nvCxnSpPr>
        <p:spPr>
          <a:xfrm>
            <a:off x="8436915" y="3595132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648F9B8A-F600-D17B-3E5B-1C03EDCA0F2D}"/>
              </a:ext>
            </a:extLst>
          </p:cNvPr>
          <p:cNvCxnSpPr>
            <a:cxnSpLocks/>
          </p:cNvCxnSpPr>
          <p:nvPr/>
        </p:nvCxnSpPr>
        <p:spPr>
          <a:xfrm>
            <a:off x="9486499" y="3595132"/>
            <a:ext cx="389737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1" name="Picture 2" descr="Transformer 모델 (Attention is all you need)">
            <a:extLst>
              <a:ext uri="{FF2B5EF4-FFF2-40B4-BE49-F238E27FC236}">
                <a16:creationId xmlns:a16="http://schemas.microsoft.com/office/drawing/2014/main" id="{A92DB895-BC2E-7324-183B-1A00836CD8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5" t="53742" r="55361" b="31457"/>
          <a:stretch/>
        </p:blipFill>
        <p:spPr bwMode="auto">
          <a:xfrm>
            <a:off x="4242532" y="615621"/>
            <a:ext cx="1315091" cy="1304505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타원 1041">
            <a:extLst>
              <a:ext uri="{FF2B5EF4-FFF2-40B4-BE49-F238E27FC236}">
                <a16:creationId xmlns:a16="http://schemas.microsoft.com/office/drawing/2014/main" id="{E178EA3F-15D8-FB6F-930D-07CCDACE0E42}"/>
              </a:ext>
            </a:extLst>
          </p:cNvPr>
          <p:cNvSpPr/>
          <p:nvPr/>
        </p:nvSpPr>
        <p:spPr>
          <a:xfrm>
            <a:off x="1545566" y="4336568"/>
            <a:ext cx="665882" cy="21917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15259" y="4078865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4" name="직선 화살표 연결선 1043">
            <a:extLst>
              <a:ext uri="{FF2B5EF4-FFF2-40B4-BE49-F238E27FC236}">
                <a16:creationId xmlns:a16="http://schemas.microsoft.com/office/drawing/2014/main" id="{6EDD70DB-8719-846E-A85D-165415896297}"/>
              </a:ext>
            </a:extLst>
          </p:cNvPr>
          <p:cNvCxnSpPr>
            <a:stCxn id="1042" idx="6"/>
            <a:endCxn id="1041" idx="2"/>
          </p:cNvCxnSpPr>
          <p:nvPr/>
        </p:nvCxnSpPr>
        <p:spPr>
          <a:xfrm flipV="1">
            <a:off x="2211448" y="1267874"/>
            <a:ext cx="2031084" cy="3178281"/>
          </a:xfrm>
          <a:prstGeom prst="straightConnector1">
            <a:avLst/>
          </a:prstGeom>
          <a:ln w="28575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72CC09C0-8EE9-2010-0B8C-B621E7CCFF2E}"/>
              </a:ext>
            </a:extLst>
          </p:cNvPr>
          <p:cNvSpPr txBox="1"/>
          <p:nvPr/>
        </p:nvSpPr>
        <p:spPr>
          <a:xfrm>
            <a:off x="4343761" y="1239163"/>
            <a:ext cx="343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Q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6E8A0B48-A7D0-64D4-18EE-253429990C53}"/>
              </a:ext>
            </a:extLst>
          </p:cNvPr>
          <p:cNvSpPr txBox="1"/>
          <p:nvPr/>
        </p:nvSpPr>
        <p:spPr>
          <a:xfrm>
            <a:off x="4687125" y="1239163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K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522277AC-9127-B421-AF42-8CB57421640E}"/>
              </a:ext>
            </a:extLst>
          </p:cNvPr>
          <p:cNvSpPr txBox="1"/>
          <p:nvPr/>
        </p:nvSpPr>
        <p:spPr>
          <a:xfrm>
            <a:off x="5075697" y="1239163"/>
            <a:ext cx="322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V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9C822F2A-7870-27B8-60EC-775A9AF037ED}"/>
                  </a:ext>
                </a:extLst>
              </p:cNvPr>
              <p:cNvSpPr/>
              <p:nvPr/>
            </p:nvSpPr>
            <p:spPr>
              <a:xfrm>
                <a:off x="4119699" y="3835085"/>
                <a:ext cx="7532269" cy="22292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</a:rPr>
                  <a:t>Softmax(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ko-KR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 ×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sz="24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US" altLang="ko-KR" dirty="0">
                    <a:solidFill>
                      <a:sysClr val="windowText" lastClr="000000"/>
                    </a:solidFill>
                  </a:rPr>
                  <a:t>) 〮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ko-KR" altLang="en-US" dirty="0">
                    <a:solidFill>
                      <a:sysClr val="windowText" lastClr="000000"/>
                    </a:solidFill>
                  </a:rPr>
                  <a:t> </a:t>
                </a:r>
                <a:r>
                  <a:rPr lang="en-US" altLang="ko-KR" dirty="0">
                    <a:solidFill>
                      <a:sysClr val="windowText" lastClr="000000"/>
                    </a:solidFill>
                  </a:rPr>
                  <a:t>= Attention Value</a:t>
                </a:r>
                <a:endParaRPr lang="ko-KR" alt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9C822F2A-7870-27B8-60EC-775A9AF037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699" y="3835085"/>
                <a:ext cx="7532269" cy="22292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178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15259" y="4078865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85CD9B-5E4E-4F1E-D60D-6C2318E962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53" t="19871" r="59897" b="51742"/>
          <a:stretch/>
        </p:blipFill>
        <p:spPr>
          <a:xfrm>
            <a:off x="4549712" y="2909911"/>
            <a:ext cx="3377724" cy="314872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3A12021-71A5-F946-67FC-496FE941B781}"/>
              </a:ext>
            </a:extLst>
          </p:cNvPr>
          <p:cNvSpPr/>
          <p:nvPr/>
        </p:nvSpPr>
        <p:spPr>
          <a:xfrm>
            <a:off x="4433540" y="1713043"/>
            <a:ext cx="6319668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[ ‘it’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이 가리키는 명사 파악하기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]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The animal didn’t cross the street because it was too tired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649181-D7BC-6790-11DF-0E257D38E9BE}"/>
              </a:ext>
            </a:extLst>
          </p:cNvPr>
          <p:cNvSpPr/>
          <p:nvPr/>
        </p:nvSpPr>
        <p:spPr>
          <a:xfrm>
            <a:off x="8991137" y="3938332"/>
            <a:ext cx="1692686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it = animal</a:t>
            </a:r>
          </a:p>
        </p:txBody>
      </p:sp>
    </p:spTree>
    <p:extLst>
      <p:ext uri="{BB962C8B-B14F-4D97-AF65-F5344CB8AC3E}">
        <p14:creationId xmlns:p14="http://schemas.microsoft.com/office/powerpoint/2010/main" val="408729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15259" y="4078865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085CD9B-5E4E-4F1E-D60D-6C2318E962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53" t="19871" r="59897" b="51742"/>
          <a:stretch/>
        </p:blipFill>
        <p:spPr>
          <a:xfrm>
            <a:off x="4549712" y="2909911"/>
            <a:ext cx="3377724" cy="314872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3A12021-71A5-F946-67FC-496FE941B781}"/>
              </a:ext>
            </a:extLst>
          </p:cNvPr>
          <p:cNvSpPr/>
          <p:nvPr/>
        </p:nvSpPr>
        <p:spPr>
          <a:xfrm>
            <a:off x="4433540" y="1713043"/>
            <a:ext cx="669800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[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만약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tired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가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narrow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였다면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?]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The animal didn’t cross the street because it was too narrow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B3DCF2-7BA1-8EFD-1548-63C3E57C8036}"/>
              </a:ext>
            </a:extLst>
          </p:cNvPr>
          <p:cNvSpPr/>
          <p:nvPr/>
        </p:nvSpPr>
        <p:spPr>
          <a:xfrm>
            <a:off x="8991137" y="3938332"/>
            <a:ext cx="1692686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it = street</a:t>
            </a:r>
          </a:p>
        </p:txBody>
      </p:sp>
    </p:spTree>
    <p:extLst>
      <p:ext uri="{BB962C8B-B14F-4D97-AF65-F5344CB8AC3E}">
        <p14:creationId xmlns:p14="http://schemas.microsoft.com/office/powerpoint/2010/main" val="29683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15259" y="4078865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676933" y="2576982"/>
            <a:ext cx="6490611" cy="2162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Why we use Multi-Head Attention</a:t>
            </a:r>
            <a:r>
              <a:rPr lang="ko-KR" altLang="en-US" sz="2000" b="1" dirty="0">
                <a:solidFill>
                  <a:srgbClr val="05DDFE"/>
                </a:solidFill>
              </a:rPr>
              <a:t> </a:t>
            </a:r>
            <a:endParaRPr lang="en-US" altLang="ko-KR" sz="2000" b="1" dirty="0">
              <a:solidFill>
                <a:srgbClr val="05DDFE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중의적으로 표현되는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token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또는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word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가 존재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여러 버전으로 해석된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Attention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결과를 사용하기 위함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Head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의 수는 데이터에 따라 바뀔 수 있음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자연어처리에서는 보통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8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개 정도의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head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를 적용하면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1961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15259" y="3443287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676933" y="2576982"/>
            <a:ext cx="6490611" cy="1746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Feed</a:t>
            </a:r>
            <a:r>
              <a:rPr lang="ko-KR" altLang="en-US" sz="2000" b="1" dirty="0">
                <a:solidFill>
                  <a:srgbClr val="05DDFE"/>
                </a:solidFill>
              </a:rPr>
              <a:t> </a:t>
            </a:r>
            <a:r>
              <a:rPr lang="en-US" altLang="ko-KR" sz="2000" b="1" dirty="0">
                <a:solidFill>
                  <a:srgbClr val="05DDFE"/>
                </a:solidFill>
              </a:rPr>
              <a:t>Forward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Fully Connected layer</a:t>
            </a: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자기 자신에 대해서 좀 더 알 수 있도록 학습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No cross-token dependency</a:t>
            </a:r>
          </a:p>
        </p:txBody>
      </p:sp>
    </p:spTree>
    <p:extLst>
      <p:ext uri="{BB962C8B-B14F-4D97-AF65-F5344CB8AC3E}">
        <p14:creationId xmlns:p14="http://schemas.microsoft.com/office/powerpoint/2010/main" val="593386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1521158" y="3297738"/>
            <a:ext cx="726496" cy="2305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718629" y="2654842"/>
            <a:ext cx="6172691" cy="1746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Add &amp; Norm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Residual connection and layer normalization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Multi-head attention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과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feed forward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가 필요하지 않으면 사용하지 않도록 설계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D85A439-4E5B-F120-8746-02DABC718792}"/>
              </a:ext>
            </a:extLst>
          </p:cNvPr>
          <p:cNvSpPr/>
          <p:nvPr/>
        </p:nvSpPr>
        <p:spPr>
          <a:xfrm>
            <a:off x="1521158" y="3922710"/>
            <a:ext cx="726496" cy="23058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7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FF26B5C-82EC-7C76-22CE-0D2E8121108E}"/>
                  </a:ext>
                </a:extLst>
              </p:cNvPr>
              <p:cNvSpPr/>
              <p:nvPr/>
            </p:nvSpPr>
            <p:spPr>
              <a:xfrm>
                <a:off x="4236683" y="1713043"/>
                <a:ext cx="6861805" cy="41233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5DDFE"/>
                    </a:solidFill>
                  </a:rPr>
                  <a:t>Positional</a:t>
                </a:r>
                <a:r>
                  <a:rPr lang="ko-KR" altLang="en-US" sz="2000" b="1" dirty="0">
                    <a:solidFill>
                      <a:srgbClr val="05DDFE"/>
                    </a:solidFill>
                  </a:rPr>
                  <a:t> </a:t>
                </a:r>
                <a:r>
                  <a:rPr lang="en-US" altLang="ko-KR" sz="2000" b="1" dirty="0">
                    <a:solidFill>
                      <a:srgbClr val="05DDFE"/>
                    </a:solidFill>
                  </a:rPr>
                  <a:t>Encoding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Multi-head attention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은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token</a:t>
                </a: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들 사이의 순서를 고려하지 않음</a:t>
                </a: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ko-KR" altLang="en-US" dirty="0">
                    <a:solidFill>
                      <a:prstClr val="white">
                        <a:lumMod val="65000"/>
                      </a:prstClr>
                    </a:solidFill>
                  </a:rPr>
                  <a:t>따라서 토큰들 사이의 순서를 고려하기 위해 사용</a:t>
                </a: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10000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𝑚𝑜𝑑𝑒𝑙</m:t>
                                          </m:r>
                                        </m:sub>
                                      </m:sSub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10000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𝑚𝑜𝑑𝑒𝑙</m:t>
                                          </m:r>
                                        </m:sub>
                                      </m:sSub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FF26B5C-82EC-7C76-22CE-0D2E81211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83" y="1713043"/>
                <a:ext cx="6861805" cy="4123373"/>
              </a:xfrm>
              <a:prstGeom prst="rect">
                <a:avLst/>
              </a:prstGeom>
              <a:blipFill>
                <a:blip r:embed="rId3"/>
                <a:stretch>
                  <a:fillRect l="-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8B62BB-21F1-B88F-659B-C0912C57D883}"/>
              </a:ext>
            </a:extLst>
          </p:cNvPr>
          <p:cNvSpPr/>
          <p:nvPr/>
        </p:nvSpPr>
        <p:spPr>
          <a:xfrm>
            <a:off x="941128" y="4666389"/>
            <a:ext cx="627224" cy="3244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59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236683" y="2633735"/>
            <a:ext cx="7240141" cy="2577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Positional</a:t>
            </a:r>
            <a:r>
              <a:rPr lang="ko-KR" altLang="en-US" sz="2000" b="1" dirty="0">
                <a:solidFill>
                  <a:srgbClr val="05DDFE"/>
                </a:solidFill>
              </a:rPr>
              <a:t> </a:t>
            </a:r>
            <a:r>
              <a:rPr lang="en-US" altLang="ko-KR" sz="2000" b="1" dirty="0">
                <a:solidFill>
                  <a:srgbClr val="05DDFE"/>
                </a:solidFill>
              </a:rPr>
              <a:t>Encoding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Multi-head attention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은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token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들 사이의 순서를 고려하지 않음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따라서 토큰들 사이의 순서를 고려하기 위해 사용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모든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index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는 다른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encoding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을 가져야 함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인접한 위치에 있는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token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들은 비슷한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positional encoding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을 가짐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8B62BB-21F1-B88F-659B-C0912C57D883}"/>
              </a:ext>
            </a:extLst>
          </p:cNvPr>
          <p:cNvSpPr/>
          <p:nvPr/>
        </p:nvSpPr>
        <p:spPr>
          <a:xfrm>
            <a:off x="941128" y="4666389"/>
            <a:ext cx="627224" cy="3244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3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295275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FF26B5C-82EC-7C76-22CE-0D2E8121108E}"/>
                  </a:ext>
                </a:extLst>
              </p:cNvPr>
              <p:cNvSpPr/>
              <p:nvPr/>
            </p:nvSpPr>
            <p:spPr>
              <a:xfrm>
                <a:off x="4236683" y="1713043"/>
                <a:ext cx="4228891" cy="47402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5DDFE"/>
                    </a:solidFill>
                  </a:rPr>
                  <a:t>Positional</a:t>
                </a:r>
                <a:r>
                  <a:rPr lang="ko-KR" altLang="en-US" sz="2000" b="1" dirty="0">
                    <a:solidFill>
                      <a:srgbClr val="05DDFE"/>
                    </a:solidFill>
                  </a:rPr>
                  <a:t> </a:t>
                </a:r>
                <a:r>
                  <a:rPr lang="en-US" altLang="ko-KR" sz="2000" b="1" dirty="0">
                    <a:solidFill>
                      <a:srgbClr val="05DDFE"/>
                    </a:solidFill>
                  </a:rPr>
                  <a:t>Encoding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=0, 1,…,</m:t>
                      </m:r>
                      <m:f>
                        <m:f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𝑚𝑜𝑑𝑒𝑙</m:t>
                              </m:r>
                            </m:sub>
                          </m:sSub>
                        </m:num>
                        <m:den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prstClr val="white">
                            <a:lumMod val="65000"/>
                          </a:prst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b="0" i="1" smtClean="0">
                        <a:solidFill>
                          <a:prstClr val="white">
                            <a:lumMod val="65000"/>
                          </a:prst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solidFill>
                          <a:prstClr val="white">
                            <a:lumMod val="65000"/>
                          </a:prstClr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i="1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  <a:sym typeface="Wingdings" panose="05000000000000000000" pitchFamily="2" charset="2"/>
                  </a:rPr>
                  <a:t> 0 to 1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  <a:sym typeface="Wingdings" panose="05000000000000000000" pitchFamily="2" charset="2"/>
                  </a:rPr>
                  <a:t>1/</a:t>
                </a:r>
                <a:r>
                  <a:rPr lang="en-US" altLang="ko-KR" b="0" dirty="0">
                    <a:solidFill>
                      <a:prstClr val="white">
                        <a:lumMod val="65000"/>
                      </a:prst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prstClr val="white">
                                <a:lumMod val="65000"/>
                              </a:prstClr>
                            </a:solidFill>
                            <a:latin typeface="Cambria Math" panose="02040503050406030204" pitchFamily="18" charset="0"/>
                          </a:rPr>
                          <m:t>10000</m:t>
                        </m:r>
                      </m:e>
                      <m:sup>
                        <m:f>
                          <m:fPr>
                            <m:ctrlPr>
                              <a:rPr lang="en-US" altLang="ko-KR" b="0" i="1" smtClean="0">
                                <a:solidFill>
                                  <a:prstClr val="white">
                                    <a:lumMod val="6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1" smtClean="0">
                                <a:solidFill>
                                  <a:prstClr val="white">
                                    <a:lumMod val="6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b="0" i="1" smtClean="0">
                                <a:solidFill>
                                  <a:prstClr val="white">
                                    <a:lumMod val="65000"/>
                                  </a:prst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prstClr val="white">
                                        <a:lumMod val="6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prstClr val="white">
                                        <a:lumMod val="6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prstClr val="white">
                                        <a:lumMod val="65000"/>
                                      </a:prstClr>
                                    </a:solidFill>
                                    <a:latin typeface="Cambria Math" panose="02040503050406030204" pitchFamily="18" charset="0"/>
                                  </a:rPr>
                                  <m:t>𝑚𝑜𝑑𝑒𝑙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</a:rPr>
                  <a:t> </a:t>
                </a:r>
                <a:r>
                  <a:rPr lang="en-US" altLang="ko-KR" dirty="0">
                    <a:solidFill>
                      <a:prstClr val="white">
                        <a:lumMod val="65000"/>
                      </a:prstClr>
                    </a:solidFill>
                    <a:sym typeface="Wingdings" panose="05000000000000000000" pitchFamily="2" charset="2"/>
                  </a:rPr>
                  <a:t> 1 to 0</a:t>
                </a: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10000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𝑚𝑜𝑑𝑒𝑙</m:t>
                                          </m:r>
                                        </m:sub>
                                      </m:sSub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𝑃𝐸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, 2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altLang="ko-KR" b="0" i="1" smtClean="0">
                          <a:solidFill>
                            <a:prstClr val="white">
                              <a:lumMod val="65000"/>
                            </a:prst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solidFill>
                                    <a:prstClr val="white">
                                      <a:lumMod val="65000"/>
                                    </a:prstClr>
                                  </a:solidFill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solidFill>
                                        <a:prstClr val="white">
                                          <a:lumMod val="65000"/>
                                        </a:prstClr>
                                      </a:solidFill>
                                      <a:latin typeface="Cambria Math" panose="02040503050406030204" pitchFamily="18" charset="0"/>
                                    </a:rPr>
                                    <m:t>10000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b="0" i="1" smtClean="0">
                                          <a:solidFill>
                                            <a:prstClr val="white">
                                              <a:lumMod val="65000"/>
                                            </a:prst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solidFill>
                                                <a:prstClr val="white">
                                                  <a:lumMod val="65000"/>
                                                </a:prst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𝑚𝑜𝑑𝑒𝑙</m:t>
                                          </m:r>
                                        </m:sub>
                                      </m:sSub>
                                    </m:den>
                                  </m:f>
                                </m:sup>
                              </m:sSup>
                            </m:den>
                          </m:f>
                          <m:r>
                            <a:rPr lang="en-US" altLang="ko-KR" b="0" i="1" smtClean="0">
                              <a:solidFill>
                                <a:prstClr val="white">
                                  <a:lumMod val="6500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ko-KR" dirty="0">
                  <a:solidFill>
                    <a:prstClr val="white">
                      <a:lumMod val="65000"/>
                    </a:prstClr>
                  </a:solidFill>
                </a:endParaRPr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FF26B5C-82EC-7C76-22CE-0D2E81211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683" y="1713043"/>
                <a:ext cx="4228891" cy="4740208"/>
              </a:xfrm>
              <a:prstGeom prst="rect">
                <a:avLst/>
              </a:prstGeom>
              <a:blipFill>
                <a:blip r:embed="rId3"/>
                <a:stretch>
                  <a:fillRect l="-15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8B62BB-21F1-B88F-659B-C0912C57D883}"/>
              </a:ext>
            </a:extLst>
          </p:cNvPr>
          <p:cNvSpPr/>
          <p:nvPr/>
        </p:nvSpPr>
        <p:spPr>
          <a:xfrm>
            <a:off x="941128" y="4666389"/>
            <a:ext cx="627224" cy="32446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15FC302-5422-B2A1-55E3-E9EC2E78C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0" t="46812" r="46097" b="5219"/>
          <a:stretch/>
        </p:blipFill>
        <p:spPr bwMode="auto">
          <a:xfrm>
            <a:off x="7485504" y="2890778"/>
            <a:ext cx="4213771" cy="190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99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304100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2470954" y="4944380"/>
            <a:ext cx="726496" cy="35396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400709" y="2841484"/>
            <a:ext cx="6490611" cy="2162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Output Embedding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[in NLP] target language sequence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Encoder output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으로부터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auto-regressively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하게 만들어진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sequence</a:t>
            </a: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47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304100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2470954" y="3982785"/>
            <a:ext cx="726496" cy="47712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400709" y="2841484"/>
            <a:ext cx="6490611" cy="1331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Masked Multi-Head Attention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Transformer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에서는 들어간 크기와 같은 크기로 나와야 함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따라서 아직 만들지 않은 부분에 대해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mask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를 해주는 것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304100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400709" y="2841484"/>
            <a:ext cx="6352499" cy="2577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Multi-Head Attention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Encoder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쪽에서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Key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와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Value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를 가져오고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, Query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는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decoder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쪽에서 가져옴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Encoder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 쪽에 대한 정보는 모두 필요하므로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mask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하지 않음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Feed Forward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와 </a:t>
            </a:r>
            <a:r>
              <a:rPr lang="en-US" altLang="ko-KR" dirty="0" err="1">
                <a:solidFill>
                  <a:prstClr val="white">
                    <a:lumMod val="65000"/>
                  </a:prstClr>
                </a:solidFill>
              </a:rPr>
              <a:t>Add&amp;Norm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은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encoder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와 동일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7F09ADD-6D72-7A47-E23A-2BA8CE8F0ACF}"/>
              </a:ext>
            </a:extLst>
          </p:cNvPr>
          <p:cNvSpPr/>
          <p:nvPr/>
        </p:nvSpPr>
        <p:spPr>
          <a:xfrm>
            <a:off x="2503129" y="3595094"/>
            <a:ext cx="665882" cy="21917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2470954" y="3309741"/>
            <a:ext cx="726496" cy="3949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2" descr="Transformer 모델 (Attention is all you need)">
            <a:extLst>
              <a:ext uri="{FF2B5EF4-FFF2-40B4-BE49-F238E27FC236}">
                <a16:creationId xmlns:a16="http://schemas.microsoft.com/office/drawing/2014/main" id="{9CE732F6-9264-3759-BF7C-99F781CAFA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92" t="38598" r="19580" b="51957"/>
          <a:stretch/>
        </p:blipFill>
        <p:spPr bwMode="auto">
          <a:xfrm>
            <a:off x="4442215" y="885954"/>
            <a:ext cx="2389689" cy="1229907"/>
          </a:xfrm>
          <a:prstGeom prst="ellipse">
            <a:avLst/>
          </a:prstGeom>
          <a:noFill/>
          <a:ln w="38100">
            <a:solidFill>
              <a:srgbClr val="FFC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5AE4024-88C7-C020-B937-8F66955EFBA4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169011" y="1500908"/>
            <a:ext cx="1273204" cy="2203773"/>
          </a:xfrm>
          <a:prstGeom prst="straightConnector1">
            <a:avLst/>
          </a:prstGeom>
          <a:ln w="28575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CCC870-8539-A43B-E9C2-6162F7590A5A}"/>
              </a:ext>
            </a:extLst>
          </p:cNvPr>
          <p:cNvSpPr txBox="1"/>
          <p:nvPr/>
        </p:nvSpPr>
        <p:spPr>
          <a:xfrm>
            <a:off x="6302480" y="1543766"/>
            <a:ext cx="343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66FF"/>
                </a:solidFill>
              </a:rPr>
              <a:t>Q</a:t>
            </a:r>
            <a:endParaRPr lang="ko-KR" altLang="en-US" sz="1600" b="1" dirty="0">
              <a:solidFill>
                <a:srgbClr val="0066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6714C0-5BF9-6383-0995-F673F1CD96A5}"/>
              </a:ext>
            </a:extLst>
          </p:cNvPr>
          <p:cNvSpPr txBox="1"/>
          <p:nvPr/>
        </p:nvSpPr>
        <p:spPr>
          <a:xfrm>
            <a:off x="4621252" y="1606236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K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49BF51-92B2-8892-0264-BD0352048A98}"/>
              </a:ext>
            </a:extLst>
          </p:cNvPr>
          <p:cNvSpPr txBox="1"/>
          <p:nvPr/>
        </p:nvSpPr>
        <p:spPr>
          <a:xfrm>
            <a:off x="5242663" y="1608380"/>
            <a:ext cx="322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V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3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8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자유형 11"/>
          <p:cNvSpPr/>
          <p:nvPr/>
        </p:nvSpPr>
        <p:spPr>
          <a:xfrm>
            <a:off x="220267" y="304100"/>
            <a:ext cx="11691143" cy="6296025"/>
          </a:xfrm>
          <a:custGeom>
            <a:avLst/>
            <a:gdLst>
              <a:gd name="connsiteX0" fmla="*/ 133349 w 11691143"/>
              <a:gd name="connsiteY0" fmla="*/ 0 h 6296025"/>
              <a:gd name="connsiteX1" fmla="*/ 8357825 w 11691143"/>
              <a:gd name="connsiteY1" fmla="*/ 0 h 6296025"/>
              <a:gd name="connsiteX2" fmla="*/ 8462697 w 11691143"/>
              <a:gd name="connsiteY2" fmla="*/ 176892 h 6296025"/>
              <a:gd name="connsiteX3" fmla="*/ 9859774 w 11691143"/>
              <a:gd name="connsiteY3" fmla="*/ 176892 h 6296025"/>
              <a:gd name="connsiteX4" fmla="*/ 9964646 w 11691143"/>
              <a:gd name="connsiteY4" fmla="*/ 0 h 6296025"/>
              <a:gd name="connsiteX5" fmla="*/ 11187899 w 11691143"/>
              <a:gd name="connsiteY5" fmla="*/ 0 h 6296025"/>
              <a:gd name="connsiteX6" fmla="*/ 11691143 w 11691143"/>
              <a:gd name="connsiteY6" fmla="*/ 503244 h 6296025"/>
              <a:gd name="connsiteX7" fmla="*/ 11691143 w 11691143"/>
              <a:gd name="connsiteY7" fmla="*/ 1549468 h 6296025"/>
              <a:gd name="connsiteX8" fmla="*/ 11573034 w 11691143"/>
              <a:gd name="connsiteY8" fmla="*/ 1678544 h 6296025"/>
              <a:gd name="connsiteX9" fmla="*/ 11573034 w 11691143"/>
              <a:gd name="connsiteY9" fmla="*/ 6156958 h 6296025"/>
              <a:gd name="connsiteX10" fmla="*/ 11578265 w 11691143"/>
              <a:gd name="connsiteY10" fmla="*/ 6162675 h 6296025"/>
              <a:gd name="connsiteX11" fmla="*/ 8968499 w 11691143"/>
              <a:gd name="connsiteY11" fmla="*/ 6162675 h 6296025"/>
              <a:gd name="connsiteX12" fmla="*/ 8889441 w 11691143"/>
              <a:gd name="connsiteY12" fmla="*/ 6296025 h 6296025"/>
              <a:gd name="connsiteX13" fmla="*/ 2298344 w 11691143"/>
              <a:gd name="connsiteY13" fmla="*/ 6296025 h 6296025"/>
              <a:gd name="connsiteX14" fmla="*/ 2219286 w 11691143"/>
              <a:gd name="connsiteY14" fmla="*/ 6162675 h 6296025"/>
              <a:gd name="connsiteX15" fmla="*/ 551257 w 11691143"/>
              <a:gd name="connsiteY15" fmla="*/ 6162675 h 6296025"/>
              <a:gd name="connsiteX16" fmla="*/ 133349 w 11691143"/>
              <a:gd name="connsiteY16" fmla="*/ 5744767 h 6296025"/>
              <a:gd name="connsiteX17" fmla="*/ 133349 w 11691143"/>
              <a:gd name="connsiteY17" fmla="*/ 2701649 h 6296025"/>
              <a:gd name="connsiteX18" fmla="*/ 0 w 11691143"/>
              <a:gd name="connsiteY18" fmla="*/ 2622592 h 6296025"/>
              <a:gd name="connsiteX19" fmla="*/ 0 w 11691143"/>
              <a:gd name="connsiteY19" fmla="*/ 1225515 h 6296025"/>
              <a:gd name="connsiteX20" fmla="*/ 133349 w 11691143"/>
              <a:gd name="connsiteY20" fmla="*/ 1146457 h 629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691143" h="6296025">
                <a:moveTo>
                  <a:pt x="133349" y="0"/>
                </a:moveTo>
                <a:lnTo>
                  <a:pt x="8357825" y="0"/>
                </a:lnTo>
                <a:lnTo>
                  <a:pt x="8462697" y="176892"/>
                </a:lnTo>
                <a:lnTo>
                  <a:pt x="9859774" y="176892"/>
                </a:lnTo>
                <a:lnTo>
                  <a:pt x="9964646" y="0"/>
                </a:lnTo>
                <a:lnTo>
                  <a:pt x="11187899" y="0"/>
                </a:lnTo>
                <a:lnTo>
                  <a:pt x="11691143" y="503244"/>
                </a:lnTo>
                <a:lnTo>
                  <a:pt x="11691143" y="1549468"/>
                </a:lnTo>
                <a:lnTo>
                  <a:pt x="11573034" y="1678544"/>
                </a:lnTo>
                <a:lnTo>
                  <a:pt x="11573034" y="6156958"/>
                </a:lnTo>
                <a:lnTo>
                  <a:pt x="11578265" y="6162675"/>
                </a:lnTo>
                <a:lnTo>
                  <a:pt x="8968499" y="6162675"/>
                </a:lnTo>
                <a:lnTo>
                  <a:pt x="8889441" y="6296025"/>
                </a:lnTo>
                <a:lnTo>
                  <a:pt x="2298344" y="6296025"/>
                </a:lnTo>
                <a:lnTo>
                  <a:pt x="2219286" y="6162675"/>
                </a:lnTo>
                <a:lnTo>
                  <a:pt x="551257" y="6162675"/>
                </a:lnTo>
                <a:lnTo>
                  <a:pt x="133349" y="5744767"/>
                </a:lnTo>
                <a:lnTo>
                  <a:pt x="133349" y="2701649"/>
                </a:lnTo>
                <a:lnTo>
                  <a:pt x="0" y="2622592"/>
                </a:lnTo>
                <a:lnTo>
                  <a:pt x="0" y="1225515"/>
                </a:lnTo>
                <a:lnTo>
                  <a:pt x="133349" y="1146457"/>
                </a:lnTo>
                <a:close/>
              </a:path>
            </a:pathLst>
          </a:custGeom>
          <a:solidFill>
            <a:srgbClr val="001938"/>
          </a:solidFill>
          <a:ln w="15875">
            <a:solidFill>
              <a:srgbClr val="05DD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200000"/>
              </a:lnSpc>
              <a:defRPr/>
            </a:pPr>
            <a:r>
              <a:rPr lang="en-US" altLang="ko-KR" sz="2400" b="1" i="1" kern="0" dirty="0">
                <a:solidFill>
                  <a:srgbClr val="05DDFE"/>
                </a:solidFill>
              </a:rPr>
              <a:t>TRANSFORMER</a:t>
            </a:r>
          </a:p>
          <a:p>
            <a:pPr lvl="1" latinLnBrk="0">
              <a:lnSpc>
                <a:spcPct val="150000"/>
              </a:lnSpc>
              <a:defRPr/>
            </a:pPr>
            <a:r>
              <a:rPr lang="en-US" altLang="ko-KR" sz="800" kern="0" dirty="0">
                <a:solidFill>
                  <a:srgbClr val="05DDFE"/>
                </a:solidFill>
              </a:rPr>
              <a:t>Contextualize the text</a:t>
            </a:r>
            <a:endParaRPr lang="ko-KR" altLang="en-US" sz="5400" kern="0" dirty="0">
              <a:solidFill>
                <a:srgbClr val="05DDFE"/>
              </a:solidFill>
            </a:endParaRPr>
          </a:p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8766777" y="295275"/>
            <a:ext cx="1224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9697410" y="4255846"/>
            <a:ext cx="442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794352" y="6600825"/>
            <a:ext cx="1548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9474200" y="6527799"/>
            <a:ext cx="2038624" cy="73025"/>
            <a:chOff x="9474200" y="6527799"/>
            <a:chExt cx="2038624" cy="73025"/>
          </a:xfrm>
        </p:grpSpPr>
        <p:sp>
          <p:nvSpPr>
            <p:cNvPr id="4" name="직사각형 3"/>
            <p:cNvSpPr/>
            <p:nvPr/>
          </p:nvSpPr>
          <p:spPr>
            <a:xfrm>
              <a:off x="94742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95432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96123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96813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97504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981948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988853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995759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02664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1009570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1016476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023381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030287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37192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044098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051004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1057909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064815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1071720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78626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085532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92437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43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1106248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1113154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11200600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1269656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1338712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1407768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1476824" y="6527799"/>
              <a:ext cx="36000" cy="73025"/>
            </a:xfrm>
            <a:prstGeom prst="rect">
              <a:avLst/>
            </a:prstGeom>
            <a:solidFill>
              <a:srgbClr val="05DD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" name="원호 5"/>
          <p:cNvSpPr/>
          <p:nvPr/>
        </p:nvSpPr>
        <p:spPr>
          <a:xfrm>
            <a:off x="325167" y="6363188"/>
            <a:ext cx="285467" cy="285467"/>
          </a:xfrm>
          <a:prstGeom prst="arc">
            <a:avLst>
              <a:gd name="adj1" fmla="val 16027586"/>
              <a:gd name="adj2" fmla="val 13253016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원호 50"/>
          <p:cNvSpPr/>
          <p:nvPr/>
        </p:nvSpPr>
        <p:spPr>
          <a:xfrm>
            <a:off x="373710" y="6415078"/>
            <a:ext cx="181684" cy="181684"/>
          </a:xfrm>
          <a:prstGeom prst="arc">
            <a:avLst>
              <a:gd name="adj1" fmla="val 15744314"/>
              <a:gd name="adj2" fmla="val 7942750"/>
            </a:avLst>
          </a:prstGeom>
          <a:ln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2" name="원형 51"/>
          <p:cNvSpPr/>
          <p:nvPr/>
        </p:nvSpPr>
        <p:spPr>
          <a:xfrm>
            <a:off x="424028" y="6457940"/>
            <a:ext cx="95960" cy="95960"/>
          </a:xfrm>
          <a:prstGeom prst="pie">
            <a:avLst>
              <a:gd name="adj1" fmla="val 15717003"/>
              <a:gd name="adj2" fmla="val 13237001"/>
            </a:avLst>
          </a:prstGeom>
          <a:solidFill>
            <a:srgbClr val="05DDFE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 rot="5400000">
            <a:off x="-1255733" y="4527496"/>
            <a:ext cx="2952000" cy="0"/>
          </a:xfrm>
          <a:prstGeom prst="line">
            <a:avLst/>
          </a:prstGeom>
          <a:ln w="15875">
            <a:solidFill>
              <a:srgbClr val="05DD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ransformer 모델 (Attention is all you need)">
            <a:extLst>
              <a:ext uri="{FF2B5EF4-FFF2-40B4-BE49-F238E27FC236}">
                <a16:creationId xmlns:a16="http://schemas.microsoft.com/office/drawing/2014/main" id="{D3304D77-2FDA-38AD-34D0-296632F67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27" y="1713043"/>
            <a:ext cx="2842926" cy="441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C79E003-5A39-DF06-76C0-1E518BD13246}"/>
              </a:ext>
            </a:extLst>
          </p:cNvPr>
          <p:cNvSpPr/>
          <p:nvPr/>
        </p:nvSpPr>
        <p:spPr>
          <a:xfrm>
            <a:off x="2470954" y="2364358"/>
            <a:ext cx="726496" cy="2195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F26B5C-82EC-7C76-22CE-0D2E8121108E}"/>
              </a:ext>
            </a:extLst>
          </p:cNvPr>
          <p:cNvSpPr/>
          <p:nvPr/>
        </p:nvSpPr>
        <p:spPr>
          <a:xfrm>
            <a:off x="4090924" y="2304642"/>
            <a:ext cx="7403900" cy="3039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solidFill>
                  <a:srgbClr val="05DDFE"/>
                </a:solidFill>
              </a:rPr>
              <a:t>Linear</a:t>
            </a:r>
            <a:r>
              <a:rPr lang="ko-KR" altLang="en-US" sz="2000" b="1" dirty="0">
                <a:solidFill>
                  <a:srgbClr val="05DDFE"/>
                </a:solidFill>
              </a:rPr>
              <a:t> </a:t>
            </a:r>
            <a:r>
              <a:rPr lang="en-US" altLang="ko-KR" sz="2000" b="1" dirty="0">
                <a:solidFill>
                  <a:srgbClr val="05DDFE"/>
                </a:solidFill>
              </a:rPr>
              <a:t>Layer</a:t>
            </a:r>
          </a:p>
          <a:p>
            <a:pPr algn="just">
              <a:lnSpc>
                <a:spcPct val="150000"/>
              </a:lnSpc>
            </a:pP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전체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sequence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길이 만큼의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output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이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나온 후 현재 예측할 순서의 </a:t>
            </a: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token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에 적용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sz="2000" b="1" dirty="0" err="1">
                <a:solidFill>
                  <a:srgbClr val="05DDFE"/>
                </a:solidFill>
              </a:rPr>
              <a:t>Softmax</a:t>
            </a:r>
            <a:endParaRPr lang="en-US" altLang="ko-KR" sz="2000" b="1" dirty="0">
              <a:solidFill>
                <a:srgbClr val="05DDFE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Classification 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적용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ko-KR" dirty="0">
                <a:solidFill>
                  <a:prstClr val="white">
                    <a:lumMod val="65000"/>
                  </a:prstClr>
                </a:solidFill>
              </a:rPr>
              <a:t>Cross-entropy</a:t>
            </a:r>
            <a:r>
              <a:rPr lang="ko-KR" altLang="en-US" dirty="0">
                <a:solidFill>
                  <a:prstClr val="white">
                    <a:lumMod val="65000"/>
                  </a:prstClr>
                </a:solidFill>
              </a:rPr>
              <a:t>를 손실함수로 사용</a:t>
            </a:r>
            <a:endParaRPr lang="en-US" altLang="ko-KR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26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1" grpId="0" animBg="1"/>
      <p:bldP spid="52" grpId="0" animBg="1"/>
    </p:bldLst>
  </p:timing>
</p:sld>
</file>

<file path=ppt/theme/theme1.xml><?xml version="1.0" encoding="utf-8"?>
<a:theme xmlns:a="http://schemas.openxmlformats.org/drawingml/2006/main" name="8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2216</TotalTime>
  <Words>978</Words>
  <Application>Microsoft Office PowerPoint</Application>
  <PresentationFormat>와이드스크린</PresentationFormat>
  <Paragraphs>380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맑은 고딕</vt:lpstr>
      <vt:lpstr>Arial</vt:lpstr>
      <vt:lpstr>Cambria Math</vt:lpstr>
      <vt:lpstr>8_Office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Hyeongseok Sim</cp:lastModifiedBy>
  <cp:revision>60</cp:revision>
  <dcterms:created xsi:type="dcterms:W3CDTF">2020-03-26T04:30:36Z</dcterms:created>
  <dcterms:modified xsi:type="dcterms:W3CDTF">2024-09-04T12:26:41Z</dcterms:modified>
</cp:coreProperties>
</file>